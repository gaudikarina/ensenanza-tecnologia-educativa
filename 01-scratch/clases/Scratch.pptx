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9b0da31677_2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9b0da31677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9b0da31677_2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9b0da31677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c6f919934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c6f9199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9b0da31677_2_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9b0da31677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9d8841e675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9d8841e67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9d8841e675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9d8841e67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9d8841e67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9d8841e67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9d8841e67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9d8841e67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3X_naiYWBPO94OwHbGeH1NoiImoeAMiO/view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Clase: Scratch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24</a:t>
            </a:r>
            <a:r>
              <a:rPr lang="es-419"/>
              <a:t> de noviembre de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idx="2" type="body"/>
          </p:nvPr>
        </p:nvSpPr>
        <p:spPr>
          <a:xfrm>
            <a:off x="4939500" y="108175"/>
            <a:ext cx="3837000" cy="49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sabemos de Scratch?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¿En un</a:t>
            </a:r>
            <a:r>
              <a:rPr lang="es-419"/>
              <a:t> lenguaje de programación libre o privativo?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Podemos crear: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Juegos?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Historias?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Animaciones?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Simular circuitos </a:t>
            </a:r>
            <a:r>
              <a:rPr lang="es-419"/>
              <a:t>eléctricos</a:t>
            </a:r>
            <a:r>
              <a:rPr lang="es-419"/>
              <a:t> o </a:t>
            </a:r>
            <a:r>
              <a:rPr lang="es-419"/>
              <a:t>electrónicos</a:t>
            </a:r>
            <a:r>
              <a:rPr lang="es-419"/>
              <a:t>?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625" y="1398975"/>
            <a:ext cx="3770450" cy="186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800" y="670075"/>
            <a:ext cx="8050125" cy="44038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Interfaz Scratch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0" y="2310150"/>
            <a:ext cx="884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Barra de funciones o bloques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522450" y="1434675"/>
            <a:ext cx="3303000" cy="21648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Entorno de Simulación  o Escenario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798800" y="1205100"/>
            <a:ext cx="2052600" cy="31041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2949275" y="1517200"/>
            <a:ext cx="2380200" cy="32613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Entorno de Programación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Aquí se colocan las instrucciones o bloques del proyecto</a:t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798800" y="619050"/>
            <a:ext cx="4158600" cy="554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Menú</a:t>
            </a:r>
            <a:r>
              <a:rPr lang="es-419">
                <a:solidFill>
                  <a:schemeClr val="lt1"/>
                </a:solidFill>
              </a:rPr>
              <a:t> Principal</a:t>
            </a:r>
            <a:r>
              <a:rPr lang="es-419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5601825" y="3922825"/>
            <a:ext cx="3223500" cy="11511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/>
              <a:t>Entorno de objetos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/>
              <a:t> y fondos</a:t>
            </a:r>
            <a:endParaRPr sz="1300"/>
          </a:p>
        </p:txBody>
      </p:sp>
      <p:sp>
        <p:nvSpPr>
          <p:cNvPr id="87" name="Google Shape;87;p15"/>
          <p:cNvSpPr/>
          <p:nvPr/>
        </p:nvSpPr>
        <p:spPr>
          <a:xfrm>
            <a:off x="5522450" y="879975"/>
            <a:ext cx="1201500" cy="554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</a:rPr>
              <a:t>Iniciar /Detener</a:t>
            </a:r>
            <a:r>
              <a:rPr lang="es-419" sz="1000">
                <a:solidFill>
                  <a:schemeClr val="lt1"/>
                </a:solidFill>
              </a:rPr>
              <a:t> 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329925" y="4471175"/>
            <a:ext cx="884700" cy="602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</a:rPr>
              <a:t>Extensiones</a:t>
            </a:r>
            <a:r>
              <a:rPr lang="es-419" sz="1000">
                <a:solidFill>
                  <a:schemeClr val="lt1"/>
                </a:solidFill>
              </a:rPr>
              <a:t> 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de Repaso:   Trabajo Individual</a:t>
            </a:r>
            <a:endParaRPr/>
          </a:p>
        </p:txBody>
      </p:sp>
      <p:sp>
        <p:nvSpPr>
          <p:cNvPr id="94" name="Google Shape;94;p16"/>
          <p:cNvSpPr txBox="1"/>
          <p:nvPr>
            <p:ph idx="4294967295" type="body"/>
          </p:nvPr>
        </p:nvSpPr>
        <p:spPr>
          <a:xfrm>
            <a:off x="0" y="670250"/>
            <a:ext cx="5443500" cy="43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Crear en Scratch una animación de un tiro penal de </a:t>
            </a:r>
            <a:r>
              <a:rPr lang="es-419" sz="1700"/>
              <a:t>fútbol (</a:t>
            </a:r>
            <a:r>
              <a:rPr b="1" lang="es-419" sz="1700">
                <a:solidFill>
                  <a:srgbClr val="4A86E8"/>
                </a:solidFill>
              </a:rPr>
              <a:t>escenario</a:t>
            </a:r>
            <a:r>
              <a:rPr b="1" lang="es-419" sz="1700"/>
              <a:t> </a:t>
            </a:r>
            <a:r>
              <a:rPr b="1" lang="es-419" sz="1700">
                <a:solidFill>
                  <a:srgbClr val="FF9900"/>
                </a:solidFill>
              </a:rPr>
              <a:t>soccer</a:t>
            </a:r>
            <a:r>
              <a:rPr lang="es-419" sz="1700"/>
              <a:t>)</a:t>
            </a:r>
            <a:r>
              <a:rPr lang="es-419" sz="1700"/>
              <a:t>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Para ello utilice 1 jugador arquero </a:t>
            </a:r>
            <a:r>
              <a:rPr b="1" lang="es-419" sz="1700">
                <a:solidFill>
                  <a:srgbClr val="4A86E8"/>
                </a:solidFill>
              </a:rPr>
              <a:t>(Personaje </a:t>
            </a:r>
            <a:r>
              <a:rPr b="1" lang="es-419" sz="1700">
                <a:solidFill>
                  <a:schemeClr val="accent6"/>
                </a:solidFill>
              </a:rPr>
              <a:t>Ben</a:t>
            </a:r>
            <a:r>
              <a:rPr lang="es-419" sz="1700"/>
              <a:t>).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Un balón ubicado a la mitad frente al arquero en el punto de penal (</a:t>
            </a:r>
            <a:r>
              <a:rPr b="1" lang="es-419" sz="1700">
                <a:solidFill>
                  <a:srgbClr val="4A86E8"/>
                </a:solidFill>
              </a:rPr>
              <a:t>Personaje </a:t>
            </a:r>
            <a:r>
              <a:rPr b="1" lang="es-419" sz="1700">
                <a:solidFill>
                  <a:schemeClr val="accent6"/>
                </a:solidFill>
              </a:rPr>
              <a:t>Soccer Ball</a:t>
            </a:r>
            <a:r>
              <a:rPr b="1" lang="es-419" sz="1700"/>
              <a:t>)</a:t>
            </a:r>
            <a:r>
              <a:rPr lang="es-419" sz="1700"/>
              <a:t>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El arquero debe moverse de esquina a esquina de la cancha.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Al dar click a la barra espaciadora se ejerce el tiro de penalty.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Al tapar el gol debe salir </a:t>
            </a:r>
            <a:r>
              <a:rPr lang="es-419" sz="1700"/>
              <a:t>mensaje o sonido de fallo.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Si hay gol un mensaje o sonido de gol.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Ubica los personajes como se muestra en la figura.</a:t>
            </a:r>
            <a:endParaRPr sz="1700"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075" y="1916700"/>
            <a:ext cx="3395699" cy="256493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>
            <p:ph idx="4294967295" type="body"/>
          </p:nvPr>
        </p:nvSpPr>
        <p:spPr>
          <a:xfrm>
            <a:off x="5351800" y="862075"/>
            <a:ext cx="33957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LLevar el marcador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Procedimiento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Pasos a seguir para realizar una animación de tiro penal en Scratch</a:t>
            </a:r>
            <a:endParaRPr/>
          </a:p>
        </p:txBody>
      </p:sp>
      <p:sp>
        <p:nvSpPr>
          <p:cNvPr id="107" name="Google Shape;107;p18"/>
          <p:cNvSpPr txBox="1"/>
          <p:nvPr>
            <p:ph idx="4294967295" type="body"/>
          </p:nvPr>
        </p:nvSpPr>
        <p:spPr>
          <a:xfrm>
            <a:off x="1616563" y="1382188"/>
            <a:ext cx="2595600" cy="6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/>
              <a:t>Escoger los personajes</a:t>
            </a:r>
            <a:endParaRPr sz="1600"/>
          </a:p>
        </p:txBody>
      </p:sp>
      <p:sp>
        <p:nvSpPr>
          <p:cNvPr id="108" name="Google Shape;108;p18"/>
          <p:cNvSpPr/>
          <p:nvPr/>
        </p:nvSpPr>
        <p:spPr>
          <a:xfrm>
            <a:off x="3952513" y="1494688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3902538" y="2940388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8113" y="1248100"/>
            <a:ext cx="2427619" cy="84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>
            <p:ph idx="4294967295" type="body"/>
          </p:nvPr>
        </p:nvSpPr>
        <p:spPr>
          <a:xfrm>
            <a:off x="1693938" y="2760988"/>
            <a:ext cx="2595600" cy="6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/>
              <a:t>Escoger la escena</a:t>
            </a:r>
            <a:endParaRPr sz="1600"/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607" y="2256250"/>
            <a:ext cx="88582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1503750" y="3640250"/>
            <a:ext cx="5494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Ahora vamos a programar el movimiento de nuestro Arquero</a:t>
            </a:r>
            <a:endParaRPr b="1" sz="2600">
              <a:solidFill>
                <a:srgbClr val="4A86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Pasos a seguir para realizar una animación de tiro penal en Scratch</a:t>
            </a:r>
            <a:endParaRPr/>
          </a:p>
        </p:txBody>
      </p:sp>
      <p:sp>
        <p:nvSpPr>
          <p:cNvPr id="119" name="Google Shape;119;p19"/>
          <p:cNvSpPr txBox="1"/>
          <p:nvPr>
            <p:ph idx="4294967295" type="body"/>
          </p:nvPr>
        </p:nvSpPr>
        <p:spPr>
          <a:xfrm>
            <a:off x="487325" y="1146365"/>
            <a:ext cx="2595600" cy="7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2000"/>
              <a:t>Se selecciona el personaje</a:t>
            </a:r>
            <a:endParaRPr sz="2000"/>
          </a:p>
        </p:txBody>
      </p:sp>
      <p:sp>
        <p:nvSpPr>
          <p:cNvPr id="120" name="Google Shape;120;p19"/>
          <p:cNvSpPr/>
          <p:nvPr/>
        </p:nvSpPr>
        <p:spPr>
          <a:xfrm>
            <a:off x="3269938" y="1376438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4428063" y="3639063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 txBox="1"/>
          <p:nvPr>
            <p:ph idx="4294967295" type="body"/>
          </p:nvPr>
        </p:nvSpPr>
        <p:spPr>
          <a:xfrm>
            <a:off x="0" y="2682150"/>
            <a:ext cx="4577400" cy="16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Inicio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Crear Variable marcador y fijarla en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Dentro de un ciclo por siempre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-419" sz="1800"/>
              <a:t>Desplazar a la derecha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-419" sz="1800"/>
              <a:t>Desplazar a la izquierda</a:t>
            </a:r>
            <a:endParaRPr sz="1800"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3982" y="692625"/>
            <a:ext cx="131445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3625" y="2605238"/>
            <a:ext cx="4141699" cy="228367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1874175" y="3758500"/>
            <a:ext cx="5494800" cy="98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Ahora vamos a programar las acciones de nuestro balón</a:t>
            </a:r>
            <a:endParaRPr b="1" sz="26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Pasos a seguir para realizar una animación de tiro penal en Scratch</a:t>
            </a:r>
            <a:endParaRPr/>
          </a:p>
        </p:txBody>
      </p:sp>
      <p:sp>
        <p:nvSpPr>
          <p:cNvPr id="131" name="Google Shape;131;p20"/>
          <p:cNvSpPr txBox="1"/>
          <p:nvPr>
            <p:ph idx="4294967295" type="body"/>
          </p:nvPr>
        </p:nvSpPr>
        <p:spPr>
          <a:xfrm>
            <a:off x="487325" y="1146365"/>
            <a:ext cx="2595600" cy="7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2000"/>
              <a:t>Se selecciona el personaje</a:t>
            </a:r>
            <a:endParaRPr sz="2000"/>
          </a:p>
        </p:txBody>
      </p:sp>
      <p:sp>
        <p:nvSpPr>
          <p:cNvPr id="132" name="Google Shape;132;p20"/>
          <p:cNvSpPr/>
          <p:nvPr/>
        </p:nvSpPr>
        <p:spPr>
          <a:xfrm>
            <a:off x="3269938" y="1376438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4378488" y="3295713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4294967295" type="body"/>
          </p:nvPr>
        </p:nvSpPr>
        <p:spPr>
          <a:xfrm>
            <a:off x="0" y="2038275"/>
            <a:ext cx="4577400" cy="27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Al presionar tecla espaciadora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desplazar hacia la </a:t>
            </a:r>
            <a:r>
              <a:rPr lang="es-419"/>
              <a:t>arquería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 Si toca a Arquero entonces: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s-419"/>
              <a:t>Decir Fallaste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s-419"/>
              <a:t>Sonido Awww!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Si no toca a Arquero entonces: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s-419"/>
              <a:t>Decir GOOOOOOL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s-419"/>
              <a:t>Sonido Gooool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s-419"/>
              <a:t>Cambiar marcador +1.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Reiniciar la animación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338" y="771450"/>
            <a:ext cx="130492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1188" y="1718825"/>
            <a:ext cx="3724937" cy="3050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Video de funcionamiento</a:t>
            </a:r>
            <a:endParaRPr/>
          </a:p>
        </p:txBody>
      </p:sp>
      <p:pic>
        <p:nvPicPr>
          <p:cNvPr id="142" name="Google Shape;142;p21" title="pen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2475" y="702475"/>
            <a:ext cx="5829400" cy="43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490250" y="488250"/>
            <a:ext cx="7942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Ahora ve a la Actividad de Evaluación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Memoria  Scratch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