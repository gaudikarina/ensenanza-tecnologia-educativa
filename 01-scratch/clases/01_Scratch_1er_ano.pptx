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62653668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62653668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d62653668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d62653668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d62653668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d62653668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d62653668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d62653668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62653668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62653668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354b80e67_2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d354b80e6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354b80e67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354b80e67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4d7828e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4d7828e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d4bDxkw59ao" TargetMode="External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SyoPYsNhNQk" TargetMode="External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Scratch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</a:t>
            </a:r>
            <a:r>
              <a:rPr lang="es-419"/>
              <a:t>Qué</a:t>
            </a:r>
            <a:r>
              <a:rPr lang="es-419"/>
              <a:t> es Scratch?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686225" y="2218800"/>
            <a:ext cx="4523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1D2125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Es un entorno de programación diseñado como medio de expresión para ayudar a niños y jóvenes a expresar sus ideas de forma creativa, al tiempo que desarrollan habilidades de pensamiento lógico y de aprendizaje.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275" y="2116925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Posibles aplicaciones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75" y="1700525"/>
            <a:ext cx="8094999" cy="31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Entorno Amigable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589175" y="2616925"/>
            <a:ext cx="4523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1D2125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Trabajar con Scratch es sencillo. Todos los elementos se arrastran y sueltan con el ratón y se pueden modificar los valores numéricos y textos empleando el teclado.</a:t>
            </a:r>
            <a:endParaRPr sz="1800">
              <a:solidFill>
                <a:srgbClr val="1D2125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850" y="2476225"/>
            <a:ext cx="310515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Beneficios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610800" y="2021175"/>
            <a:ext cx="45231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1D2125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Ayuda a comprender fácilmente conceptos matemáticos e informáticos que están muy bien integrados en el programa, como son:</a:t>
            </a:r>
            <a:endParaRPr sz="1800">
              <a:solidFill>
                <a:srgbClr val="1D2125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1D2125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•Los procesos repetitivos(ciclos o bucles)</a:t>
            </a:r>
            <a:endParaRPr sz="1800">
              <a:solidFill>
                <a:srgbClr val="1D2125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1D2125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•Los criterios condicionales</a:t>
            </a:r>
            <a:endParaRPr sz="1800">
              <a:solidFill>
                <a:srgbClr val="1D2125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rgbClr val="1D2125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•Las variables</a:t>
            </a:r>
            <a:endParaRPr sz="1800">
              <a:solidFill>
                <a:srgbClr val="1D2125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175" y="2418725"/>
            <a:ext cx="205740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Entorno de Trabajo en Scratch</a:t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68225" y="2128950"/>
            <a:ext cx="45231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1D2125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La gramática de Scratch se basa en un conjunto de “bloques gráficos de programación” que puedes ensamblar para crear programas. En el siguiente vídeo se explica el entorno de trabajo</a:t>
            </a:r>
            <a:endParaRPr sz="1800">
              <a:solidFill>
                <a:srgbClr val="1D2125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ola y bienvenidos!&#10;&#10;La nueva interfaz de Scratch 3.0 se ha remodelado por completo y hoy vamos a conocerla paso a paso.&#10;&#10;Desde el 2 de enero del 2019, Scratch 3.0 ha sido deliberado, y ha traído grandes cambios, entre ellos, la integración nuevos bloques, nuevas extensiones, y algunos cambios significativo. &#10;&#10;En este tutorial, te explico paso a paso como usar la nueva interfaz y donde están ubicado todos los elementos en la esta versión de Scratch 3.0&#10;&#10;De igual forma, te dejo en el siguiente link un manual que te explica paso a paso:&#10;&#10;http://academypop.com/2019/01/08/conocer-interfaz-de-scratch-3-0/&#10;&#10;Te invito a ver el vídeo donde explico como instalar la nueva versión de scratch 3.0&#10;&#10;https://www.youtube.com/watch?v=xzvmHj8Pra0&amp;t=24s" id="102" name="Google Shape;102;p18" title="Conociendo la nueva interfaz de SCRATCH 3.0 | review Scratch 3.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625" y="1964225"/>
            <a:ext cx="3764575" cy="2823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800" y="670075"/>
            <a:ext cx="8050125" cy="4403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Recordemos lo que vimos en el vídeo: Entorno de Trabajo de Scratch:</a:t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5522450" y="1613150"/>
            <a:ext cx="3303000" cy="19863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Entorno de Simulación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Aquí aparecerán los escenarios y personajes al realizar la simulación</a:t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798800" y="1354375"/>
            <a:ext cx="2052600" cy="350460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2996813" y="1476025"/>
            <a:ext cx="2380200" cy="32613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Entorno de Programación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Aquí se colocan las instrucciones o bloques del proyecto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798800" y="670075"/>
            <a:ext cx="4158600" cy="554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5601825" y="3922825"/>
            <a:ext cx="3223500" cy="1151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/>
              <a:t>Entorno de objetos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/>
              <a:t> y fondos</a:t>
            </a:r>
            <a:endParaRPr b="1" sz="1300"/>
          </a:p>
        </p:txBody>
      </p:sp>
      <p:sp>
        <p:nvSpPr>
          <p:cNvPr id="114" name="Google Shape;114;p19"/>
          <p:cNvSpPr/>
          <p:nvPr/>
        </p:nvSpPr>
        <p:spPr>
          <a:xfrm>
            <a:off x="5522450" y="879975"/>
            <a:ext cx="1201500" cy="5547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</a:rPr>
              <a:t>Iniciar /Detener 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150725" y="637575"/>
            <a:ext cx="798900" cy="55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6654500" y="769750"/>
            <a:ext cx="1038900" cy="6927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simular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107825" y="2448350"/>
            <a:ext cx="884700" cy="115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Barra de Bloques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142400" y="93280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Crea tu Sesión en Scratch</a:t>
            </a:r>
            <a:endParaRPr/>
          </a:p>
        </p:txBody>
      </p:sp>
      <p:pic>
        <p:nvPicPr>
          <p:cNvPr descr="Cómo crear una cuenta en Scratch y confirmar el correo para poder compartir nuestros proyectos.&#10;Si no te aparece la opción de compartir el proyecto, probablemente sea porque no has completado correctamente los pasos." id="123" name="Google Shape;123;p20" title="Crear cuenta en Scratch 3.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287" y="2100575"/>
            <a:ext cx="4200514" cy="23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282575" y="2100575"/>
            <a:ext cx="44964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1D2125"/>
                </a:solidFill>
                <a:latin typeface="Roboto"/>
                <a:ea typeface="Roboto"/>
                <a:cs typeface="Roboto"/>
                <a:sym typeface="Roboto"/>
              </a:rPr>
              <a:t>Es momento de trabajar con Scratch en línea. Para ello:</a:t>
            </a:r>
            <a:endParaRPr sz="1800">
              <a:solidFill>
                <a:srgbClr val="1D212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1D2125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rgbClr val="1D2125"/>
                </a:solidFill>
                <a:latin typeface="Roboto"/>
                <a:ea typeface="Roboto"/>
                <a:cs typeface="Roboto"/>
                <a:sym typeface="Roboto"/>
              </a:rPr>
              <a:t>Observa el siguiente video. </a:t>
            </a:r>
            <a:endParaRPr sz="1800">
              <a:solidFill>
                <a:srgbClr val="1D212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rgbClr val="1D2125"/>
                </a:solidFill>
                <a:latin typeface="Roboto"/>
                <a:ea typeface="Roboto"/>
                <a:cs typeface="Roboto"/>
                <a:sym typeface="Roboto"/>
              </a:rPr>
              <a:t>En una pestaña nueva del navegador: </a:t>
            </a:r>
            <a:r>
              <a:rPr b="1" lang="es-419" sz="1800">
                <a:solidFill>
                  <a:srgbClr val="1D2125"/>
                </a:solidFill>
                <a:latin typeface="Roboto"/>
                <a:ea typeface="Roboto"/>
                <a:cs typeface="Roboto"/>
                <a:sym typeface="Roboto"/>
              </a:rPr>
              <a:t>scratch.mit.edu</a:t>
            </a:r>
            <a:endParaRPr b="1" sz="1800">
              <a:solidFill>
                <a:srgbClr val="1D212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Importante:</a:t>
            </a:r>
            <a:r>
              <a:rPr lang="es-419" sz="18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Tome nota de su usuario y contraseña. </a:t>
            </a:r>
            <a:endParaRPr b="1" sz="18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6296250" y="2292475"/>
            <a:ext cx="269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1458450" y="646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Felicidades ya ud. tiene una cuenta en Scratch</a:t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2695450" y="4155450"/>
            <a:ext cx="39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No olvide su</a:t>
            </a:r>
            <a:r>
              <a:rPr lang="es-419" sz="18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 usuario y contraseña. </a:t>
            </a:r>
            <a:endParaRPr b="1" sz="18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