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6.xml"/><Relationship Id="rId22" Type="http://schemas.openxmlformats.org/officeDocument/2006/relationships/font" Target="fonts/Roboto-italic.fntdata"/><Relationship Id="rId10" Type="http://schemas.openxmlformats.org/officeDocument/2006/relationships/slide" Target="slides/slide5.xml"/><Relationship Id="rId21" Type="http://schemas.openxmlformats.org/officeDocument/2006/relationships/font" Target="fonts/Robo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d62653668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d62653668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dce5f19d9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dce5f19d9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dce5f19d9b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dce5f19d9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dce5f19d9b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dce5f19d9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dcf2e872e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dcf2e872e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dcf2e872e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dcf2e872e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dcf2e872eb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dcf2e872eb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dcf2e872eb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dcf2e872eb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dcf2e872e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dcf2e872e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dcf2e872eb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dcf2e872eb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dcf2e872eb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dcf2e872eb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dcf2e872e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dcf2e872e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dcf2e872eb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dcf2e872eb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3.png"/><Relationship Id="rId6" Type="http://schemas.openxmlformats.org/officeDocument/2006/relationships/hyperlink" Target="http://drive.google.com/file/d/1MjE1-oy9JTVGi6CaOgg4cb89wMH1hFg7/view" TargetMode="External"/><Relationship Id="rId7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hyperlink" Target="http://drive.google.com/file/d/1OTxHJCDmlXuv3buBry0Kb5l2hjAf7rQ1/view" TargetMode="External"/><Relationship Id="rId7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hyperlink" Target="http://drive.google.com/file/d/1PnpHKfFEkLRO5OQp-_I4KrfQMAnstsaI/view" TargetMode="External"/><Relationship Id="rId6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hyperlink" Target="http://drive.google.com/file/d/1QZY14_dDZZ-ZwjGRQA2u55VJbdJIbzBj/view" TargetMode="External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Relationship Id="rId5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rive.google.com/file/d/1Rh11ctVt7Twxrip6-BXBGDYjqHm74bX1/view" TargetMode="External"/><Relationship Id="rId4" Type="http://schemas.openxmlformats.org/officeDocument/2006/relationships/image" Target="../media/image1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www.youtube.com/watch?v=Yruv7QUiOJA" TargetMode="External"/><Relationship Id="rId4" Type="http://schemas.openxmlformats.org/officeDocument/2006/relationships/image" Target="../media/image1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hyperlink" Target="http://drive.google.com/file/d/1Tl9ozMQVhijczNr3ZmR-uXDLDcTWw8VJ/view" TargetMode="External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Scratch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Programación en Bloques: Lazos, Variables, Funciones y Juegos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Barra de Control: Lazos o Bucles</a:t>
            </a:r>
            <a:endParaRPr/>
          </a:p>
        </p:txBody>
      </p:sp>
      <p:pic>
        <p:nvPicPr>
          <p:cNvPr id="74" name="Google Shape;74;p14"/>
          <p:cNvPicPr preferRelativeResize="0"/>
          <p:nvPr/>
        </p:nvPicPr>
        <p:blipFill rotWithShape="1">
          <a:blip r:embed="rId3">
            <a:alphaModFix/>
          </a:blip>
          <a:srcRect b="0" l="0" r="0" t="47843"/>
          <a:stretch/>
        </p:blipFill>
        <p:spPr>
          <a:xfrm>
            <a:off x="676200" y="1808900"/>
            <a:ext cx="1760625" cy="130442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/>
        </p:nvSpPr>
        <p:spPr>
          <a:xfrm>
            <a:off x="200675" y="3415800"/>
            <a:ext cx="2643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Repetir por siempre: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todo los bloques que se encuentren dentro se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repetirán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una y otra vez indefinidamente o hasta que pares el programa desde Scratch en el botón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1246200" y="2974325"/>
            <a:ext cx="408600" cy="318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5800" y="4567163"/>
            <a:ext cx="58102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/>
        </p:nvSpPr>
        <p:spPr>
          <a:xfrm>
            <a:off x="3375375" y="1853475"/>
            <a:ext cx="2643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Por ejemplo: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Realizar un programa en Scratch donde el Personaje se mueva a donde señale el puntero del mouse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9" name="Google Shape;79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44225" y="2813600"/>
            <a:ext cx="1823925" cy="215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4" title="ejemplo01.mp4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12750" y="2112500"/>
            <a:ext cx="2819926" cy="21149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Barra de Control: Lazos o Bucles</a:t>
            </a:r>
            <a:endParaRPr/>
          </a:p>
        </p:txBody>
      </p:sp>
      <p:pic>
        <p:nvPicPr>
          <p:cNvPr id="86" name="Google Shape;86;p15"/>
          <p:cNvPicPr preferRelativeResize="0"/>
          <p:nvPr/>
        </p:nvPicPr>
        <p:blipFill rotWithShape="1">
          <a:blip r:embed="rId3">
            <a:alphaModFix/>
          </a:blip>
          <a:srcRect b="49034" l="0" r="0" t="0"/>
          <a:stretch/>
        </p:blipFill>
        <p:spPr>
          <a:xfrm>
            <a:off x="675725" y="1679375"/>
            <a:ext cx="1760625" cy="12746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 txBox="1"/>
          <p:nvPr/>
        </p:nvSpPr>
        <p:spPr>
          <a:xfrm>
            <a:off x="471900" y="3441975"/>
            <a:ext cx="26439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Repetir N veces: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todo los bloques que se encuentren dentro se repetirán el número de veces que indiques en el valor del bloque  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1260975" y="2974325"/>
            <a:ext cx="408600" cy="318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0650" y="4436625"/>
            <a:ext cx="47625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 txBox="1"/>
          <p:nvPr/>
        </p:nvSpPr>
        <p:spPr>
          <a:xfrm>
            <a:off x="3463450" y="1824100"/>
            <a:ext cx="2643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Por ejemplo: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Realizar un programa en Scratch donde el Personaje dibuje un cuadrado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1" name="Google Shape;9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91700" y="0"/>
            <a:ext cx="26071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5" title="ejemplo02.mp4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08675" y="2655400"/>
            <a:ext cx="2911067" cy="218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Barra de Control: Lazos o Bucles</a:t>
            </a:r>
            <a:endParaRPr/>
          </a:p>
        </p:txBody>
      </p:sp>
      <p:pic>
        <p:nvPicPr>
          <p:cNvPr id="98" name="Google Shape;9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814" y="1726613"/>
            <a:ext cx="2162175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/>
          <p:nvPr/>
        </p:nvSpPr>
        <p:spPr>
          <a:xfrm>
            <a:off x="1290100" y="3021575"/>
            <a:ext cx="408600" cy="318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 txBox="1"/>
          <p:nvPr/>
        </p:nvSpPr>
        <p:spPr>
          <a:xfrm>
            <a:off x="248675" y="3489225"/>
            <a:ext cx="26439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Repetir hasta: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todo los bloques que se encuentren dentro se repetirán hasta que la condición lógica que se coloque en el espacio: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1" name="Google Shape;10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0750" y="4411775"/>
            <a:ext cx="468639" cy="43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25050" y="1804900"/>
            <a:ext cx="4216178" cy="289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Barra de Control: Lazos o Bucles</a:t>
            </a:r>
            <a:endParaRPr/>
          </a:p>
        </p:txBody>
      </p:sp>
      <p:pic>
        <p:nvPicPr>
          <p:cNvPr id="108" name="Google Shape;10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814" y="1726613"/>
            <a:ext cx="2162175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"/>
          <p:cNvSpPr txBox="1"/>
          <p:nvPr/>
        </p:nvSpPr>
        <p:spPr>
          <a:xfrm>
            <a:off x="272950" y="2977075"/>
            <a:ext cx="28071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Ejemplo </a:t>
            </a:r>
            <a:r>
              <a:rPr b="1" lang="es-419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Misión</a:t>
            </a:r>
            <a:r>
              <a:rPr b="1" lang="es-419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 Secreta</a:t>
            </a:r>
            <a:endParaRPr b="1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Programa de Scratch que usa una contraseña para entregar una misión secreta, si la contraseña es incorrecta, informa que es incorrecta y vuelve a preguntar la contraseña hasta que sea correcta.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1050" y="1726625"/>
            <a:ext cx="2681897" cy="333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7" title="ejemplo03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63947" y="2227250"/>
            <a:ext cx="2926254" cy="2194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Variables</a:t>
            </a:r>
            <a:endParaRPr/>
          </a:p>
        </p:txBody>
      </p:sp>
      <p:sp>
        <p:nvSpPr>
          <p:cNvPr id="117" name="Google Shape;117;p18"/>
          <p:cNvSpPr txBox="1"/>
          <p:nvPr/>
        </p:nvSpPr>
        <p:spPr>
          <a:xfrm>
            <a:off x="375900" y="2199300"/>
            <a:ext cx="41403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La creación de variables permite guardar información y poder pasarla entre personajes o entre personajes y escenarios. Cada variable que se crea en Scratch debe tener un nombre único y puede ser </a:t>
            </a: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numérica</a:t>
            </a: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o texto.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8" name="Google Shape;11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9075" y="1747850"/>
            <a:ext cx="2422795" cy="333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Creando una nueva v</a:t>
            </a:r>
            <a:r>
              <a:rPr lang="es-419"/>
              <a:t>ariable</a:t>
            </a:r>
            <a:endParaRPr/>
          </a:p>
        </p:txBody>
      </p:sp>
      <p:sp>
        <p:nvSpPr>
          <p:cNvPr id="124" name="Google Shape;124;p19"/>
          <p:cNvSpPr txBox="1"/>
          <p:nvPr/>
        </p:nvSpPr>
        <p:spPr>
          <a:xfrm>
            <a:off x="341700" y="2028325"/>
            <a:ext cx="41403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Dar click en el recuadro: Crear una variable 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 abrirá el siguiente cuadro de </a:t>
            </a: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diálogo</a:t>
            </a: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alli le colocarán un nombre y definirán si la variable </a:t>
            </a: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será</a:t>
            </a: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global (para todos los objetos) o local (solo para este objeto), para </a:t>
            </a: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finalizar</a:t>
            </a: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dar click en el boton: De acuerdo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5" name="Google Shape;125;p19"/>
          <p:cNvPicPr preferRelativeResize="0"/>
          <p:nvPr/>
        </p:nvPicPr>
        <p:blipFill rotWithShape="1">
          <a:blip r:embed="rId3">
            <a:alphaModFix/>
          </a:blip>
          <a:srcRect b="82167" l="0" r="0" t="0"/>
          <a:stretch/>
        </p:blipFill>
        <p:spPr>
          <a:xfrm>
            <a:off x="5511225" y="1902275"/>
            <a:ext cx="2422800" cy="5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/>
          <p:cNvSpPr/>
          <p:nvPr/>
        </p:nvSpPr>
        <p:spPr>
          <a:xfrm>
            <a:off x="4516975" y="2161375"/>
            <a:ext cx="800100" cy="15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9"/>
          <p:cNvSpPr/>
          <p:nvPr/>
        </p:nvSpPr>
        <p:spPr>
          <a:xfrm>
            <a:off x="4613000" y="3606475"/>
            <a:ext cx="800100" cy="15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5500" y="2648900"/>
            <a:ext cx="2803631" cy="234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Creando una nueva variable</a:t>
            </a:r>
            <a:endParaRPr/>
          </a:p>
        </p:txBody>
      </p:sp>
      <p:sp>
        <p:nvSpPr>
          <p:cNvPr id="134" name="Google Shape;134;p20"/>
          <p:cNvSpPr txBox="1"/>
          <p:nvPr/>
        </p:nvSpPr>
        <p:spPr>
          <a:xfrm>
            <a:off x="510775" y="2424688"/>
            <a:ext cx="41403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Automáticamente</a:t>
            </a: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aparecerá</a:t>
            </a: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la variable en el panel de bloques.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Y podremos usarla con los bloques que se muestran en la figura.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20"/>
          <p:cNvSpPr/>
          <p:nvPr/>
        </p:nvSpPr>
        <p:spPr>
          <a:xfrm>
            <a:off x="4824350" y="2974200"/>
            <a:ext cx="800100" cy="331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7725" y="1712850"/>
            <a:ext cx="2196462" cy="333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Ejemplo uso de variable</a:t>
            </a:r>
            <a:endParaRPr/>
          </a:p>
        </p:txBody>
      </p:sp>
      <p:sp>
        <p:nvSpPr>
          <p:cNvPr id="142" name="Google Shape;142;p21"/>
          <p:cNvSpPr txBox="1"/>
          <p:nvPr/>
        </p:nvSpPr>
        <p:spPr>
          <a:xfrm>
            <a:off x="510775" y="2424688"/>
            <a:ext cx="4140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1"/>
          <p:cNvSpPr txBox="1"/>
          <p:nvPr/>
        </p:nvSpPr>
        <p:spPr>
          <a:xfrm>
            <a:off x="295250" y="2477475"/>
            <a:ext cx="26439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Ejemplo</a:t>
            </a:r>
            <a:r>
              <a:rPr b="1" lang="es-419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Realizar un contador hasta 10, para ello el personaje mostrará en la simulación el conteo.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4" name="Google Shape;14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4663" y="2025725"/>
            <a:ext cx="311467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1" title="ejemplo04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22188" y="2238550"/>
            <a:ext cx="2709863" cy="2032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Funciones</a:t>
            </a:r>
            <a:endParaRPr/>
          </a:p>
        </p:txBody>
      </p:sp>
      <p:sp>
        <p:nvSpPr>
          <p:cNvPr id="151" name="Google Shape;151;p22"/>
          <p:cNvSpPr txBox="1"/>
          <p:nvPr/>
        </p:nvSpPr>
        <p:spPr>
          <a:xfrm>
            <a:off x="157025" y="2222250"/>
            <a:ext cx="27750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Las funciones en Scratch se ubican</a:t>
            </a: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en    , se utilizan cuando en diferentes partes de la programación utilizamos un algoritmo similar.  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2"/>
          <p:cNvSpPr txBox="1"/>
          <p:nvPr/>
        </p:nvSpPr>
        <p:spPr>
          <a:xfrm>
            <a:off x="3030500" y="1797525"/>
            <a:ext cx="33147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Para crear un bloque: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Dar click en el recuadro: Crear un bloque.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 abrirá el siguiente cuadro de diálogo, </a:t>
            </a: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allí</a:t>
            </a: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le colocarán un nombre y pueden definir entradas y/o etiquetas para finalizar dar click en el boton: De acuerdo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3" name="Google Shape;15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2550" y="1797525"/>
            <a:ext cx="1895475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3675" y="2722625"/>
            <a:ext cx="2494000" cy="1876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1500" y="2620225"/>
            <a:ext cx="581025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Ejemplo Mis Bloques</a:t>
            </a:r>
            <a:endParaRPr/>
          </a:p>
        </p:txBody>
      </p:sp>
      <p:sp>
        <p:nvSpPr>
          <p:cNvPr id="161" name="Google Shape;161;p23"/>
          <p:cNvSpPr txBox="1"/>
          <p:nvPr/>
        </p:nvSpPr>
        <p:spPr>
          <a:xfrm>
            <a:off x="45825" y="1708975"/>
            <a:ext cx="5895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Ejemplo: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Realizar una simulación donde el personaje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dibuje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un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triángulo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, un cuadrado y un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pentágono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2" name="Google Shape;16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2125" y="2506775"/>
            <a:ext cx="3381375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8375" y="152413"/>
            <a:ext cx="2785225" cy="4838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Ejemplo Mis Bloques</a:t>
            </a:r>
            <a:endParaRPr/>
          </a:p>
        </p:txBody>
      </p:sp>
      <p:pic>
        <p:nvPicPr>
          <p:cNvPr id="169" name="Google Shape;169;p24" title="ejemplo 05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0375" y="1679050"/>
            <a:ext cx="4443034" cy="333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Juego Arcade PONG</a:t>
            </a:r>
            <a:endParaRPr/>
          </a:p>
        </p:txBody>
      </p:sp>
      <p:pic>
        <p:nvPicPr>
          <p:cNvPr descr="¿Fue Nintendo? no ¿Fue Sega? Tampoco ¿Fue Sony? mucho menos&#10;la primera consola del mundo se llamo Magnavox Odyssey creada por Ralph Baer tenia un juego llamado ''Pong''(¡el primer videojuego de la historia!).Gracias a el ahora tenemos Xbox-360,Nintendo Wii,Nintendo3ds,PS3 y muchos mas. No olviden comentar y suscribirse / Was Nintendo? Did not Sega? Was Neither Sony? much less&#10;the world's first console was called Magnavox Odyssey created by Ralph Baer had a game called'' Pong'' (the first video game ever made.) Thanks to him we now have Xbox-360, Nintendo Wii, Nintendo3ds, PS3 and many more. Do not forget to comment and subscribe" id="175" name="Google Shape;175;p25" title="Pong : ¡El Primer Videojuego De La Historia! / The first video game in history!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9900" y="1712750"/>
            <a:ext cx="4443034" cy="333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>
            <p:ph type="title"/>
          </p:nvPr>
        </p:nvSpPr>
        <p:spPr>
          <a:xfrm>
            <a:off x="0" y="73285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Juego Arcade PONG</a:t>
            </a:r>
            <a:endParaRPr/>
          </a:p>
        </p:txBody>
      </p:sp>
      <p:sp>
        <p:nvSpPr>
          <p:cNvPr id="181" name="Google Shape;181;p26"/>
          <p:cNvSpPr txBox="1"/>
          <p:nvPr/>
        </p:nvSpPr>
        <p:spPr>
          <a:xfrm>
            <a:off x="130775" y="2117200"/>
            <a:ext cx="33147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AutoNum type="arabicPeriod"/>
            </a:pP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En Scratch entra en Tutoriales.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AutoNum type="arabicPeriod"/>
            </a:pP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Busca el juego de pong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AutoNum type="arabicPeriod"/>
            </a:pP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Observa el tutorial y diseñalo en Scratch.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2" name="Google Shape;18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2250" y="891425"/>
            <a:ext cx="4931926" cy="198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6" title="ejemplo06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65250" y="2996767"/>
            <a:ext cx="2612210" cy="19591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