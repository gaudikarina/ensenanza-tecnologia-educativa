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5.xml"/><Relationship Id="rId41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bold.fntdata"/><Relationship Id="rId16" Type="http://schemas.openxmlformats.org/officeDocument/2006/relationships/slide" Target="slides/slide11.xml"/><Relationship Id="rId38" Type="http://schemas.openxmlformats.org/officeDocument/2006/relationships/font" Target="fonts/Robo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aac9d89cf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aac9d89cf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aac9d89cf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aac9d89cf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aac9d89cf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aac9d89cf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aac9d89cf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aac9d89cf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aac9d89cf7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aac9d89cf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aac9d89cf7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aac9d89cf7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aac9d89cf7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aac9d89cf7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aac9d89cf7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aac9d89cf7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aac9d89cf7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aac9d89cf7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aac9d89cf7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aac9d89cf7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aac9d89cf7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aac9d89cf7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aac9d89cf7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aac9d89cf7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aac9d89cf7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aac9d89cf7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aac9d89cf7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aac9d89cf7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aac9d89cf7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aac9d89cf7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aac9d89cf7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aac9d89cf7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aac9d89cf7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aac9d89cf7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aac9d89cf7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aac9d89cf7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aac9d89cf7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aac9d89cf7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aac9d89cf7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aac9d89cf7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aac9d89cf7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aac9d89cf7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aac9d89cf7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aac9d89cf7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aac9d89cf7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aac9d89cf7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aac9d89cf7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aac9d89cf7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aac9d89cf7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aac9d89cf7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aac9d89cf7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aac9d89cf7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aac9d89cf7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aac9d89cf7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aac9d89cf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1aac9d89cf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df06eafea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df06eafea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dec9b06e6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dec9b06e6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1dec9b06e6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1dec9b06e6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rive.google.com/drive/folders/1daXuwKqbYQkQCW9uXAzZvFz485MD9Cf1?usp=sharing" TargetMode="External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rive.google.com/file/d/1fMN5nD-R-gLtwG3isL3CMZyBkVvPLaHO/view?usp=sharing" TargetMode="External"/><Relationship Id="rId4" Type="http://schemas.openxmlformats.org/officeDocument/2006/relationships/hyperlink" Target="https://drive.google.com/file/d/1g80r1L7gjA-XIlCxNKPy_g1Xe3O_2Nbn/view?usp=sharing" TargetMode="External"/><Relationship Id="rId5" Type="http://schemas.openxmlformats.org/officeDocument/2006/relationships/hyperlink" Target="https://drive.google.com/file/d/1gAJj_XC7JtyWbNV_lk-O2GMccNh8EcYg/view?usp=sharing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rive.google.com/file/d/1gD81iNRS_Bg4Kxx9__PGk2pF9YjQFv7i/view?usp=sharing" TargetMode="External"/><Relationship Id="rId4" Type="http://schemas.openxmlformats.org/officeDocument/2006/relationships/hyperlink" Target="http://drive.google.com/file/d/1gaDfCD3_2YgOyQAikDVaLfS0mGCKuK3Q/view" TargetMode="External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Linea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Scratch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Análisis</a:t>
            </a:r>
            <a:r>
              <a:rPr lang="es-419"/>
              <a:t> del problema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825450"/>
            <a:ext cx="657225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6670500" y="1098225"/>
            <a:ext cx="23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Identificar entradas y salidas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793425" y="1854225"/>
            <a:ext cx="2259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Entradas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: Sensores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Cantidad: 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Detectan blanco y negro.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Ubicados al frente del robot.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6793425" y="3472125"/>
            <a:ext cx="2259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Salida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: Motor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Cantidad: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Mueve hacia adelante y hace giros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</a:t>
            </a:r>
            <a:r>
              <a:rPr lang="es-419"/>
              <a:t> debemos hacer?</a:t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768225"/>
            <a:ext cx="8882176" cy="39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</a:t>
            </a:r>
            <a:r>
              <a:rPr lang="es-419"/>
              <a:t>Cómo</a:t>
            </a:r>
            <a:r>
              <a:rPr lang="es-419"/>
              <a:t> es mi robot?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529425" y="2108250"/>
            <a:ext cx="3402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6"/>
          <p:cNvGrpSpPr/>
          <p:nvPr/>
        </p:nvGrpSpPr>
        <p:grpSpPr>
          <a:xfrm>
            <a:off x="1037282" y="1196953"/>
            <a:ext cx="1602000" cy="1971000"/>
            <a:chOff x="1204425" y="1737125"/>
            <a:chExt cx="1602000" cy="1971000"/>
          </a:xfrm>
        </p:grpSpPr>
        <p:sp>
          <p:nvSpPr>
            <p:cNvPr id="91" name="Google Shape;91;p16"/>
            <p:cNvSpPr/>
            <p:nvPr/>
          </p:nvSpPr>
          <p:spPr>
            <a:xfrm>
              <a:off x="1204425" y="1935125"/>
              <a:ext cx="1521000" cy="15750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6"/>
          <p:cNvSpPr/>
          <p:nvPr/>
        </p:nvSpPr>
        <p:spPr>
          <a:xfrm>
            <a:off x="4572000" y="2108250"/>
            <a:ext cx="3402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" name="Google Shape;97;p16"/>
          <p:cNvGrpSpPr/>
          <p:nvPr/>
        </p:nvGrpSpPr>
        <p:grpSpPr>
          <a:xfrm rot="863353">
            <a:off x="5079901" y="1196863"/>
            <a:ext cx="1601951" cy="1970939"/>
            <a:chOff x="1204425" y="1737125"/>
            <a:chExt cx="1602000" cy="1971000"/>
          </a:xfrm>
        </p:grpSpPr>
        <p:sp>
          <p:nvSpPr>
            <p:cNvPr id="98" name="Google Shape;98;p16"/>
            <p:cNvSpPr/>
            <p:nvPr/>
          </p:nvSpPr>
          <p:spPr>
            <a:xfrm>
              <a:off x="1204425" y="1935125"/>
              <a:ext cx="1521000" cy="15750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6"/>
          <p:cNvSpPr/>
          <p:nvPr/>
        </p:nvSpPr>
        <p:spPr>
          <a:xfrm>
            <a:off x="2639275" y="4033050"/>
            <a:ext cx="3402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" name="Google Shape;104;p16"/>
          <p:cNvGrpSpPr/>
          <p:nvPr/>
        </p:nvGrpSpPr>
        <p:grpSpPr>
          <a:xfrm rot="-644212">
            <a:off x="3147071" y="3121840"/>
            <a:ext cx="1602011" cy="1971014"/>
            <a:chOff x="1204425" y="1737125"/>
            <a:chExt cx="1602000" cy="1971000"/>
          </a:xfrm>
        </p:grpSpPr>
        <p:sp>
          <p:nvSpPr>
            <p:cNvPr id="105" name="Google Shape;105;p16"/>
            <p:cNvSpPr/>
            <p:nvPr/>
          </p:nvSpPr>
          <p:spPr>
            <a:xfrm>
              <a:off x="1204425" y="1935125"/>
              <a:ext cx="1521000" cy="15750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6"/>
          <p:cNvSpPr txBox="1"/>
          <p:nvPr/>
        </p:nvSpPr>
        <p:spPr>
          <a:xfrm>
            <a:off x="2347425" y="94522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2896425" y="12716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6"/>
          <p:cNvGrpSpPr/>
          <p:nvPr/>
        </p:nvGrpSpPr>
        <p:grpSpPr>
          <a:xfrm>
            <a:off x="6819825" y="1352775"/>
            <a:ext cx="2041500" cy="615600"/>
            <a:chOff x="6819825" y="1352775"/>
            <a:chExt cx="2041500" cy="615600"/>
          </a:xfrm>
        </p:grpSpPr>
        <p:sp>
          <p:nvSpPr>
            <p:cNvPr id="113" name="Google Shape;113;p16"/>
            <p:cNvSpPr txBox="1"/>
            <p:nvPr/>
          </p:nvSpPr>
          <p:spPr>
            <a:xfrm>
              <a:off x="6819825" y="1352775"/>
              <a:ext cx="204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Girar 15º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Izquierda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" name="Google Shape;114;p16"/>
            <p:cNvSpPr/>
            <p:nvPr/>
          </p:nvSpPr>
          <p:spPr>
            <a:xfrm flipH="1" rot="10800000">
              <a:off x="7651575" y="1352775"/>
              <a:ext cx="378000" cy="513300"/>
            </a:xfrm>
            <a:prstGeom prst="curvedLeft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6"/>
          <p:cNvSpPr txBox="1"/>
          <p:nvPr/>
        </p:nvSpPr>
        <p:spPr>
          <a:xfrm>
            <a:off x="6243225" y="374560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/>
          <p:nvPr/>
        </p:nvSpPr>
        <p:spPr>
          <a:xfrm rot="10800000">
            <a:off x="7173825" y="379675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Algoritmo en </a:t>
            </a:r>
            <a:r>
              <a:rPr lang="es-419"/>
              <a:t>Pseudocódigo y Diagrama de Flujo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691425" y="1197225"/>
            <a:ext cx="4797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INICIO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Orientar el robot sobre la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línea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horizontal.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amarillo detecta color negro, girar 15º a la izquierda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 caso contrario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rojo detecta color negro, girar 15º a la derecha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 caso contrario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romanL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El robot avanza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El robot avanza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Se detiene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FIN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325" y="702225"/>
            <a:ext cx="1704050" cy="444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18"/>
          <p:cNvGrpSpPr/>
          <p:nvPr/>
        </p:nvGrpSpPr>
        <p:grpSpPr>
          <a:xfrm>
            <a:off x="2014425" y="1080825"/>
            <a:ext cx="2041500" cy="615600"/>
            <a:chOff x="2014425" y="1080825"/>
            <a:chExt cx="2041500" cy="615600"/>
          </a:xfrm>
        </p:grpSpPr>
        <p:sp>
          <p:nvSpPr>
            <p:cNvPr id="131" name="Google Shape;131;p18"/>
            <p:cNvSpPr txBox="1"/>
            <p:nvPr/>
          </p:nvSpPr>
          <p:spPr>
            <a:xfrm>
              <a:off x="2014425" y="1080825"/>
              <a:ext cx="204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Mover hacia adelante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2356425" y="1406625"/>
              <a:ext cx="486000" cy="234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8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8"/>
          <p:cNvGrpSpPr/>
          <p:nvPr/>
        </p:nvGrpSpPr>
        <p:grpSpPr>
          <a:xfrm>
            <a:off x="529432" y="1196953"/>
            <a:ext cx="1602000" cy="1971000"/>
            <a:chOff x="1204425" y="1737125"/>
            <a:chExt cx="1602000" cy="1971000"/>
          </a:xfrm>
        </p:grpSpPr>
        <p:sp>
          <p:nvSpPr>
            <p:cNvPr id="139" name="Google Shape;139;p18"/>
            <p:cNvSpPr/>
            <p:nvPr/>
          </p:nvSpPr>
          <p:spPr>
            <a:xfrm>
              <a:off x="1204425" y="1935125"/>
              <a:ext cx="1521000" cy="15750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4572007" y="1097953"/>
            <a:ext cx="1602000" cy="1971000"/>
            <a:chOff x="1204425" y="1737125"/>
            <a:chExt cx="1602000" cy="1971000"/>
          </a:xfrm>
        </p:grpSpPr>
        <p:sp>
          <p:nvSpPr>
            <p:cNvPr id="156" name="Google Shape;156;p19"/>
            <p:cNvSpPr/>
            <p:nvPr/>
          </p:nvSpPr>
          <p:spPr>
            <a:xfrm>
              <a:off x="1204425" y="1935125"/>
              <a:ext cx="1521000" cy="15750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19"/>
          <p:cNvSpPr txBox="1"/>
          <p:nvPr/>
        </p:nvSpPr>
        <p:spPr>
          <a:xfrm>
            <a:off x="6531225" y="149265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19"/>
          <p:cNvSpPr/>
          <p:nvPr/>
        </p:nvSpPr>
        <p:spPr>
          <a:xfrm rot="10800000">
            <a:off x="7461825" y="154380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7308975" y="2571750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982425" y="222247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p20"/>
          <p:cNvGrpSpPr/>
          <p:nvPr/>
        </p:nvGrpSpPr>
        <p:grpSpPr>
          <a:xfrm rot="899984">
            <a:off x="4674375" y="1331574"/>
            <a:ext cx="1875970" cy="1970129"/>
            <a:chOff x="1026431" y="1737125"/>
            <a:chExt cx="1876800" cy="1971000"/>
          </a:xfrm>
        </p:grpSpPr>
        <p:sp>
          <p:nvSpPr>
            <p:cNvPr id="177" name="Google Shape;177;p20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20"/>
          <p:cNvSpPr txBox="1"/>
          <p:nvPr/>
        </p:nvSpPr>
        <p:spPr>
          <a:xfrm>
            <a:off x="6531225" y="149265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982425" y="222247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0"/>
          <p:cNvSpPr/>
          <p:nvPr/>
        </p:nvSpPr>
        <p:spPr>
          <a:xfrm rot="10800000">
            <a:off x="7461825" y="154380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7402125" y="2695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 rot="1799964">
            <a:off x="4991459" y="1545149"/>
            <a:ext cx="1876083" cy="1970247"/>
            <a:chOff x="1026431" y="1737125"/>
            <a:chExt cx="1876800" cy="1971000"/>
          </a:xfrm>
        </p:grpSpPr>
        <p:sp>
          <p:nvSpPr>
            <p:cNvPr id="198" name="Google Shape;198;p21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1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1"/>
          <p:cNvSpPr txBox="1"/>
          <p:nvPr/>
        </p:nvSpPr>
        <p:spPr>
          <a:xfrm>
            <a:off x="6982425" y="222247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7402125" y="2695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21"/>
          <p:cNvGrpSpPr/>
          <p:nvPr/>
        </p:nvGrpSpPr>
        <p:grpSpPr>
          <a:xfrm>
            <a:off x="6982425" y="3044775"/>
            <a:ext cx="2041500" cy="615600"/>
            <a:chOff x="6819825" y="1352775"/>
            <a:chExt cx="2041500" cy="615600"/>
          </a:xfrm>
        </p:grpSpPr>
        <p:sp>
          <p:nvSpPr>
            <p:cNvPr id="206" name="Google Shape;206;p21"/>
            <p:cNvSpPr txBox="1"/>
            <p:nvPr/>
          </p:nvSpPr>
          <p:spPr>
            <a:xfrm>
              <a:off x="6819825" y="1352775"/>
              <a:ext cx="204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Girar 15º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Izquierda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 flipH="1" rot="10800000">
              <a:off x="7651575" y="1352775"/>
              <a:ext cx="378000" cy="513300"/>
            </a:xfrm>
            <a:prstGeom prst="curvedLeft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22"/>
          <p:cNvGrpSpPr/>
          <p:nvPr/>
        </p:nvGrpSpPr>
        <p:grpSpPr>
          <a:xfrm rot="1799964">
            <a:off x="5283889" y="1586633"/>
            <a:ext cx="1876083" cy="1970247"/>
            <a:chOff x="1026431" y="1737125"/>
            <a:chExt cx="1876800" cy="1971000"/>
          </a:xfrm>
        </p:grpSpPr>
        <p:sp>
          <p:nvSpPr>
            <p:cNvPr id="220" name="Google Shape;220;p22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2"/>
          <p:cNvSpPr txBox="1"/>
          <p:nvPr/>
        </p:nvSpPr>
        <p:spPr>
          <a:xfrm>
            <a:off x="6982425" y="222247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7402125" y="2695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053225" y="322065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2"/>
          <p:cNvSpPr/>
          <p:nvPr/>
        </p:nvSpPr>
        <p:spPr>
          <a:xfrm rot="10800000">
            <a:off x="7983825" y="327180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" name="Google Shape;240;p23"/>
          <p:cNvGrpSpPr/>
          <p:nvPr/>
        </p:nvGrpSpPr>
        <p:grpSpPr>
          <a:xfrm rot="2699757">
            <a:off x="5473116" y="1741161"/>
            <a:ext cx="1876118" cy="1970284"/>
            <a:chOff x="1026431" y="1737125"/>
            <a:chExt cx="1876800" cy="1971000"/>
          </a:xfrm>
        </p:grpSpPr>
        <p:sp>
          <p:nvSpPr>
            <p:cNvPr id="241" name="Google Shape;241;p23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23"/>
          <p:cNvSpPr txBox="1"/>
          <p:nvPr/>
        </p:nvSpPr>
        <p:spPr>
          <a:xfrm>
            <a:off x="7146375" y="2418513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402125" y="2695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7053225" y="322065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3"/>
          <p:cNvSpPr/>
          <p:nvPr/>
        </p:nvSpPr>
        <p:spPr>
          <a:xfrm rot="10800000">
            <a:off x="7983825" y="327180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" name="Google Shape;261;p24"/>
          <p:cNvGrpSpPr/>
          <p:nvPr/>
        </p:nvGrpSpPr>
        <p:grpSpPr>
          <a:xfrm rot="3600036">
            <a:off x="5627925" y="1899593"/>
            <a:ext cx="1876083" cy="1970247"/>
            <a:chOff x="1026431" y="1737125"/>
            <a:chExt cx="1876800" cy="1971000"/>
          </a:xfrm>
        </p:grpSpPr>
        <p:sp>
          <p:nvSpPr>
            <p:cNvPr id="262" name="Google Shape;262;p24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24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146375" y="373365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4"/>
          <p:cNvSpPr/>
          <p:nvPr/>
        </p:nvSpPr>
        <p:spPr>
          <a:xfrm rot="10800000">
            <a:off x="7983825" y="327180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" name="Google Shape;282;p25"/>
          <p:cNvGrpSpPr/>
          <p:nvPr/>
        </p:nvGrpSpPr>
        <p:grpSpPr>
          <a:xfrm rot="4499773">
            <a:off x="5628027" y="1899744"/>
            <a:ext cx="1876200" cy="1970370"/>
            <a:chOff x="1026431" y="1737125"/>
            <a:chExt cx="1876800" cy="1971000"/>
          </a:xfrm>
        </p:grpSpPr>
        <p:sp>
          <p:nvSpPr>
            <p:cNvPr id="283" name="Google Shape;283;p25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8" name="Google Shape;288;p25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1" name="Google Shape;301;p26"/>
          <p:cNvGrpSpPr/>
          <p:nvPr/>
        </p:nvGrpSpPr>
        <p:grpSpPr>
          <a:xfrm rot="4499773">
            <a:off x="5638577" y="2284319"/>
            <a:ext cx="1876200" cy="1970370"/>
            <a:chOff x="1026431" y="1737125"/>
            <a:chExt cx="1876800" cy="1971000"/>
          </a:xfrm>
        </p:grpSpPr>
        <p:sp>
          <p:nvSpPr>
            <p:cNvPr id="302" name="Google Shape;302;p26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" name="Google Shape;307;p26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7102500" y="384592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6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7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7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7"/>
          <p:cNvGrpSpPr/>
          <p:nvPr/>
        </p:nvGrpSpPr>
        <p:grpSpPr>
          <a:xfrm rot="5400000">
            <a:off x="5629618" y="2420865"/>
            <a:ext cx="1876237" cy="1970409"/>
            <a:chOff x="1026431" y="1737125"/>
            <a:chExt cx="1876800" cy="1971000"/>
          </a:xfrm>
        </p:grpSpPr>
        <p:sp>
          <p:nvSpPr>
            <p:cNvPr id="323" name="Google Shape;323;p27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8" name="Google Shape;328;p27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7102500" y="384592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27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8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8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8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p28"/>
          <p:cNvGrpSpPr/>
          <p:nvPr/>
        </p:nvGrpSpPr>
        <p:grpSpPr>
          <a:xfrm rot="6299562">
            <a:off x="5692813" y="2563088"/>
            <a:ext cx="1876103" cy="1970268"/>
            <a:chOff x="1026431" y="1737125"/>
            <a:chExt cx="1876800" cy="1971000"/>
          </a:xfrm>
        </p:grpSpPr>
        <p:sp>
          <p:nvSpPr>
            <p:cNvPr id="344" name="Google Shape;344;p28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28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7894500" y="3175425"/>
            <a:ext cx="91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28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358" name="Google Shape;358;p29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9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9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4" name="Google Shape;364;p29"/>
          <p:cNvGrpSpPr/>
          <p:nvPr/>
        </p:nvGrpSpPr>
        <p:grpSpPr>
          <a:xfrm rot="7199964">
            <a:off x="5692999" y="2562946"/>
            <a:ext cx="1876083" cy="1970247"/>
            <a:chOff x="1026431" y="1737125"/>
            <a:chExt cx="1876800" cy="1971000"/>
          </a:xfrm>
        </p:grpSpPr>
        <p:sp>
          <p:nvSpPr>
            <p:cNvPr id="365" name="Google Shape;365;p29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9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29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7891875" y="3024225"/>
            <a:ext cx="113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29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379" name="Google Shape;379;p30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0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0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0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" name="Google Shape;385;p30"/>
          <p:cNvGrpSpPr/>
          <p:nvPr/>
        </p:nvGrpSpPr>
        <p:grpSpPr>
          <a:xfrm rot="7199964">
            <a:off x="5557999" y="2607946"/>
            <a:ext cx="1876083" cy="1970247"/>
            <a:chOff x="1026431" y="1737125"/>
            <a:chExt cx="1876800" cy="1971000"/>
          </a:xfrm>
        </p:grpSpPr>
        <p:sp>
          <p:nvSpPr>
            <p:cNvPr id="386" name="Google Shape;386;p30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30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7906350" y="3062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30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400" name="Google Shape;400;p31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1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1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1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1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1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31"/>
          <p:cNvGrpSpPr/>
          <p:nvPr/>
        </p:nvGrpSpPr>
        <p:grpSpPr>
          <a:xfrm rot="8099757">
            <a:off x="4910060" y="2870021"/>
            <a:ext cx="1876118" cy="1970284"/>
            <a:chOff x="1026431" y="1737125"/>
            <a:chExt cx="1876800" cy="1971000"/>
          </a:xfrm>
        </p:grpSpPr>
        <p:sp>
          <p:nvSpPr>
            <p:cNvPr id="407" name="Google Shape;407;p31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31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1"/>
          <p:cNvSpPr txBox="1"/>
          <p:nvPr/>
        </p:nvSpPr>
        <p:spPr>
          <a:xfrm>
            <a:off x="7906350" y="3062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31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2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2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2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32"/>
          <p:cNvGrpSpPr/>
          <p:nvPr/>
        </p:nvGrpSpPr>
        <p:grpSpPr>
          <a:xfrm rot="8999738">
            <a:off x="4629211" y="3010314"/>
            <a:ext cx="1876177" cy="1970346"/>
            <a:chOff x="1026431" y="1737125"/>
            <a:chExt cx="1876800" cy="1971000"/>
          </a:xfrm>
        </p:grpSpPr>
        <p:sp>
          <p:nvSpPr>
            <p:cNvPr id="428" name="Google Shape;428;p32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2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2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2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32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3346425" y="3064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2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2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442" name="Google Shape;442;p33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3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3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3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3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3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8" name="Google Shape;448;p33"/>
          <p:cNvGrpSpPr/>
          <p:nvPr/>
        </p:nvGrpSpPr>
        <p:grpSpPr>
          <a:xfrm rot="9899684">
            <a:off x="3213541" y="3168632"/>
            <a:ext cx="1876019" cy="1970180"/>
            <a:chOff x="1026431" y="1737125"/>
            <a:chExt cx="1876800" cy="1971000"/>
          </a:xfrm>
        </p:grpSpPr>
        <p:sp>
          <p:nvSpPr>
            <p:cNvPr id="449" name="Google Shape;449;p33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3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3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3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3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4" name="Google Shape;454;p33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3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3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3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463" name="Google Shape;463;p34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4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4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4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4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4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9" name="Google Shape;469;p34"/>
          <p:cNvGrpSpPr/>
          <p:nvPr/>
        </p:nvGrpSpPr>
        <p:grpSpPr>
          <a:xfrm rot="10799656">
            <a:off x="529520" y="3168715"/>
            <a:ext cx="1875862" cy="1970015"/>
            <a:chOff x="1026431" y="1737125"/>
            <a:chExt cx="1876800" cy="1971000"/>
          </a:xfrm>
        </p:grpSpPr>
        <p:sp>
          <p:nvSpPr>
            <p:cNvPr id="470" name="Google Shape;470;p34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5" name="Google Shape;475;p34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4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4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484" name="Google Shape;484;p35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5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5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5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5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0" name="Google Shape;490;p35"/>
          <p:cNvGrpSpPr/>
          <p:nvPr/>
        </p:nvGrpSpPr>
        <p:grpSpPr>
          <a:xfrm rot="-9899684">
            <a:off x="321312" y="3078951"/>
            <a:ext cx="1876019" cy="1970180"/>
            <a:chOff x="1026431" y="1737125"/>
            <a:chExt cx="1876800" cy="1971000"/>
          </a:xfrm>
        </p:grpSpPr>
        <p:sp>
          <p:nvSpPr>
            <p:cNvPr id="491" name="Google Shape;491;p35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5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5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35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5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35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505" name="Google Shape;505;p36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6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6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6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36"/>
          <p:cNvGrpSpPr/>
          <p:nvPr/>
        </p:nvGrpSpPr>
        <p:grpSpPr>
          <a:xfrm rot="-9000036">
            <a:off x="217702" y="3010265"/>
            <a:ext cx="1876083" cy="1970247"/>
            <a:chOff x="1026431" y="1737125"/>
            <a:chExt cx="1876800" cy="1971000"/>
          </a:xfrm>
        </p:grpSpPr>
        <p:sp>
          <p:nvSpPr>
            <p:cNvPr id="512" name="Google Shape;512;p36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36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6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36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526" name="Google Shape;526;p37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7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7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7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7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7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2" name="Google Shape;532;p37"/>
          <p:cNvGrpSpPr/>
          <p:nvPr/>
        </p:nvGrpSpPr>
        <p:grpSpPr>
          <a:xfrm rot="-8099757">
            <a:off x="-8299" y="2839161"/>
            <a:ext cx="1876118" cy="1970284"/>
            <a:chOff x="1026431" y="1737125"/>
            <a:chExt cx="1876800" cy="1971000"/>
          </a:xfrm>
        </p:grpSpPr>
        <p:sp>
          <p:nvSpPr>
            <p:cNvPr id="533" name="Google Shape;533;p37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7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7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7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7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8" name="Google Shape;538;p37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7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7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37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547" name="Google Shape;547;p38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8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8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8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8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8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" name="Google Shape;553;p38"/>
          <p:cNvGrpSpPr/>
          <p:nvPr/>
        </p:nvGrpSpPr>
        <p:grpSpPr>
          <a:xfrm rot="-7199964">
            <a:off x="-215394" y="2707045"/>
            <a:ext cx="1876083" cy="1970247"/>
            <a:chOff x="1026431" y="1737125"/>
            <a:chExt cx="1876800" cy="1971000"/>
          </a:xfrm>
        </p:grpSpPr>
        <p:sp>
          <p:nvSpPr>
            <p:cNvPr id="554" name="Google Shape;554;p38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8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8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8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9" name="Google Shape;559;p38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8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8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38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568" name="Google Shape;568;p39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9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9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9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9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9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4" name="Google Shape;574;p39"/>
          <p:cNvGrpSpPr/>
          <p:nvPr/>
        </p:nvGrpSpPr>
        <p:grpSpPr>
          <a:xfrm rot="-5699927">
            <a:off x="-269100" y="2091270"/>
            <a:ext cx="1876053" cy="1970215"/>
            <a:chOff x="1026431" y="1737125"/>
            <a:chExt cx="1876800" cy="1971000"/>
          </a:xfrm>
        </p:grpSpPr>
        <p:sp>
          <p:nvSpPr>
            <p:cNvPr id="575" name="Google Shape;575;p39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9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9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9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9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0" name="Google Shape;580;p39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39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9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39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589" name="Google Shape;589;p40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0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0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0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0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0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5" name="Google Shape;595;p40"/>
          <p:cNvGrpSpPr/>
          <p:nvPr/>
        </p:nvGrpSpPr>
        <p:grpSpPr>
          <a:xfrm rot="-4799920">
            <a:off x="135907" y="1113432"/>
            <a:ext cx="1876031" cy="1970192"/>
            <a:chOff x="1026431" y="1737125"/>
            <a:chExt cx="1876800" cy="1971000"/>
          </a:xfrm>
        </p:grpSpPr>
        <p:sp>
          <p:nvSpPr>
            <p:cNvPr id="596" name="Google Shape;596;p40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0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0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0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0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40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Detener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</a:t>
            </a:r>
            <a:endParaRPr/>
          </a:p>
        </p:txBody>
      </p:sp>
      <p:sp>
        <p:nvSpPr>
          <p:cNvPr id="607" name="Google Shape;607;p41"/>
          <p:cNvSpPr txBox="1"/>
          <p:nvPr/>
        </p:nvSpPr>
        <p:spPr>
          <a:xfrm>
            <a:off x="309875" y="829600"/>
            <a:ext cx="56703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Realiza en Scratch el algoritmo del Robot Seguidor de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línea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como se muestra en el video, para ello utiliza el escenario y el personaje u objeto que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están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aqui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41"/>
          <p:cNvSpPr txBox="1"/>
          <p:nvPr/>
        </p:nvSpPr>
        <p:spPr>
          <a:xfrm>
            <a:off x="466125" y="2157300"/>
            <a:ext cx="4797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INICIO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Orientar el robot sobre la línea horizontal.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amarillo detecta color negro, girar 15º a la izquierda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 caso contrario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rojo detecta color negro, girar 15º a la derecha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 caso contrario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romanL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El robot avanza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El robot avanza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Se detiene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FIN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9" name="Google Shape;60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8200" y="82050"/>
            <a:ext cx="1907050" cy="49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SCRATCH</a:t>
            </a:r>
            <a:endParaRPr/>
          </a:p>
        </p:txBody>
      </p:sp>
      <p:pic>
        <p:nvPicPr>
          <p:cNvPr id="615" name="Google Shape;61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1250" y="705750"/>
            <a:ext cx="2673053" cy="421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</a:t>
            </a:r>
            <a:endParaRPr/>
          </a:p>
        </p:txBody>
      </p:sp>
      <p:sp>
        <p:nvSpPr>
          <p:cNvPr id="621" name="Google Shape;621;p43"/>
          <p:cNvSpPr txBox="1"/>
          <p:nvPr/>
        </p:nvSpPr>
        <p:spPr>
          <a:xfrm>
            <a:off x="158600" y="877675"/>
            <a:ext cx="84636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Prueba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el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algoritmo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en la</a:t>
            </a:r>
            <a:r>
              <a:rPr lang="es-419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 pista 2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Modifica el algoritmo para que se personalice la velocidad, para ello utiliza una variable que se incremente o decremente con las flechas up y down, la velocidad de inicio debe ser 2. Aumenta la velocidad y observa que sucede. 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Prueba el algoritmo en la </a:t>
            </a:r>
            <a:r>
              <a:rPr lang="es-419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pista 3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. Ajusta el tamaño del robot de acuerdo al grosor de la línea de la pista. Ajusta los valores iniciales.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Prueba el algoritmo en la </a:t>
            </a:r>
            <a:r>
              <a:rPr lang="es-419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pista 4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.Ajusta el tamaño del robot de acuerdo al grosor de la línea de la pista. Ajusta los valores iniciales. Ajusta el valor de grado a 20 y observa qué sucede. Aumenta la velocidad que sucede.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</a:t>
            </a:r>
            <a:endParaRPr/>
          </a:p>
        </p:txBody>
      </p:sp>
      <p:sp>
        <p:nvSpPr>
          <p:cNvPr id="627" name="Google Shape;627;p44"/>
          <p:cNvSpPr txBox="1"/>
          <p:nvPr/>
        </p:nvSpPr>
        <p:spPr>
          <a:xfrm>
            <a:off x="98250" y="877700"/>
            <a:ext cx="4320600" cy="3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Diseña un juego que contenga dos carritos, cada uno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será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controlado por un jugador, que modificará la velocidad a través de una tecla. Ambos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saldrán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desde un inicio, a la misma velocidad (1) y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recorrerán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s-419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pista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, cada jugador debe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manipular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la velocidad de su carro. Si alguno se sale de la pista deben parar y reiniciar Scratch. El primero que llegue a la meta gana. Observe el video.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8" name="Google Shape;628;p44" title="competencia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5275" y="1160450"/>
            <a:ext cx="4420350" cy="3315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