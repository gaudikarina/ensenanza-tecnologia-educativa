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62653668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62653668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d62653668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d62653668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dc00aa8ff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dc00aa8ff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dc00aa8ff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dc00aa8ff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dc00aa8ff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dc00aa8ff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dc00aa8ffd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dc00aa8ff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dc00aa8ff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dc00aa8ff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dc00aa8ff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dc00aa8ff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dc00aa8ffd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dc00aa8ffd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10" Type="http://schemas.openxmlformats.org/officeDocument/2006/relationships/image" Target="../media/image2.png"/><Relationship Id="rId9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6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5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hyperlink" Target="http://drive.google.com/file/d/1IjxkPJKTY9YUQoImV5U7DygUUMIhxU-j/view" TargetMode="External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hyperlink" Target="http://drive.google.com/file/d/1KKBHS-TprHAujDtbJS0vDwuGQVK09S8E/view" TargetMode="External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hyperlink" Target="http://drive.google.com/file/d/1L-Cr9X5Rop2x0xU53tfgu-XN_jTnPahG/view" TargetMode="External"/><Relationship Id="rId6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Scratch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Programación en Bloques: Eventos, Valores, Operadores, Sensores y Condiciones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Barra de Eventos en Scratch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8325" y="1741350"/>
            <a:ext cx="2488216" cy="333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5652" y="1794875"/>
            <a:ext cx="3160925" cy="23481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3366550" y="4621550"/>
            <a:ext cx="137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o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Cronómetro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4967950" y="4312200"/>
            <a:ext cx="3837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Permite dar acción a un bloque o grupo de bloques cuando ocurre el evento que lo comanda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Valores y Operadores</a:t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386350" y="1840100"/>
            <a:ext cx="4338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En Scratch se manejan valores y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están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representados en forma ovalada, pueden ser introducidos por el usuario como en el caso del bloque: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175" y="2720150"/>
            <a:ext cx="15144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/>
        </p:nvSpPr>
        <p:spPr>
          <a:xfrm>
            <a:off x="308925" y="3297613"/>
            <a:ext cx="433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O se pueden obtener del programa como es el caso: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900" y="3762375"/>
            <a:ext cx="1381125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3950" y="3829050"/>
            <a:ext cx="2143125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46750" y="4581525"/>
            <a:ext cx="119062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20975" y="3930125"/>
            <a:ext cx="11239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27850" y="4152900"/>
            <a:ext cx="141922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36275" y="3986150"/>
            <a:ext cx="1800225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244825" y="1840100"/>
            <a:ext cx="2491266" cy="213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Valores y Operadores</a:t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2121000" y="1759425"/>
            <a:ext cx="4338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Estos valores se pueden utilizar con algunos operadores y obtener nuevos valores.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525" y="2571750"/>
            <a:ext cx="1375800" cy="244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8600" y="2789375"/>
            <a:ext cx="1952625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3030438"/>
            <a:ext cx="21336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27003" y="3171013"/>
            <a:ext cx="2614850" cy="54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Sensores</a:t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2121000" y="1759425"/>
            <a:ext cx="4338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Los sensores en scratch permiten obtener información del programa para ejecutar futuras acciones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500" y="2571750"/>
            <a:ext cx="2379300" cy="245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2800" y="2621425"/>
            <a:ext cx="2379300" cy="2353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2100" y="1759425"/>
            <a:ext cx="2229624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</a:t>
            </a:r>
            <a:endParaRPr/>
          </a:p>
        </p:txBody>
      </p:sp>
      <p:sp>
        <p:nvSpPr>
          <p:cNvPr id="117" name="Google Shape;117;p18"/>
          <p:cNvSpPr txBox="1"/>
          <p:nvPr/>
        </p:nvSpPr>
        <p:spPr>
          <a:xfrm>
            <a:off x="403175" y="766475"/>
            <a:ext cx="43389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Realizar una animación donde el personaje pregunte su nombre y le responda con un saludo: Hola,  “Nombre”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A86E8"/>
                </a:solidFill>
                <a:latin typeface="Roboto"/>
                <a:ea typeface="Roboto"/>
                <a:cs typeface="Roboto"/>
                <a:sym typeface="Roboto"/>
              </a:rPr>
              <a:t>Solución:</a:t>
            </a:r>
            <a:endParaRPr b="1" sz="1600">
              <a:solidFill>
                <a:srgbClr val="4A86E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4A86E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Para realizar está animación debemos usar: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Evento: Al presionar 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Sensores: Preguntar como te llamas y esperar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Operador: Unir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Valor: respuesta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Apariencia: decir …. durante … segundos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9125" y="2571750"/>
            <a:ext cx="2286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8575" y="723863"/>
            <a:ext cx="387667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 title="ejemplo01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51675" y="2571750"/>
            <a:ext cx="3225790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Condicionales</a:t>
            </a:r>
            <a:endParaRPr/>
          </a:p>
        </p:txBody>
      </p:sp>
      <p:sp>
        <p:nvSpPr>
          <p:cNvPr id="126" name="Google Shape;126;p19"/>
          <p:cNvSpPr txBox="1"/>
          <p:nvPr/>
        </p:nvSpPr>
        <p:spPr>
          <a:xfrm>
            <a:off x="901675" y="1862050"/>
            <a:ext cx="34284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Se utilizan cuando es necesario evaluar una situación de toma de decisiones, a una pregunta donde el resultado es de Si o No ó Verdadero y Falso. Se encuentra ubicada en el bloque control y hay dos tipos: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9225" y="1691725"/>
            <a:ext cx="2314575" cy="318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</a:t>
            </a:r>
            <a:endParaRPr/>
          </a:p>
        </p:txBody>
      </p:sp>
      <p:sp>
        <p:nvSpPr>
          <p:cNvPr id="133" name="Google Shape;133;p20"/>
          <p:cNvSpPr txBox="1"/>
          <p:nvPr/>
        </p:nvSpPr>
        <p:spPr>
          <a:xfrm>
            <a:off x="403175" y="766475"/>
            <a:ext cx="4338900" cy="41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Realizar una animación donde al siguiente escenario se </a:t>
            </a: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evalúa</a:t>
            </a: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 si el personaje </a:t>
            </a: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consiguió</a:t>
            </a: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 un </a:t>
            </a: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árbol, cuando suceda debe decir: “Conseguí un árbol”</a:t>
            </a: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 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A86E8"/>
                </a:solidFill>
                <a:latin typeface="Roboto"/>
                <a:ea typeface="Roboto"/>
                <a:cs typeface="Roboto"/>
                <a:sym typeface="Roboto"/>
              </a:rPr>
              <a:t>Solución:</a:t>
            </a:r>
            <a:endParaRPr b="1" sz="1600">
              <a:solidFill>
                <a:srgbClr val="4A86E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ara realizar </a:t>
            </a: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esta</a:t>
            </a: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animación debemos usar: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Escenario: Winter.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Evento: </a:t>
            </a: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Cuando presione la tecla flecha derecha.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Movimiento: cambiar x por 10.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Control: si - hacer.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Sensor: tocando color?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Apariencia: decir …. durante … segundos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5075" y="689725"/>
            <a:ext cx="3457575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0" title="ejemplo02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64600" y="2942025"/>
            <a:ext cx="2746726" cy="206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</a:t>
            </a:r>
            <a:endParaRPr/>
          </a:p>
        </p:txBody>
      </p:sp>
      <p:sp>
        <p:nvSpPr>
          <p:cNvPr id="141" name="Google Shape;141;p21"/>
          <p:cNvSpPr txBox="1"/>
          <p:nvPr/>
        </p:nvSpPr>
        <p:spPr>
          <a:xfrm>
            <a:off x="233100" y="876125"/>
            <a:ext cx="42285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latin typeface="Roboto"/>
                <a:ea typeface="Roboto"/>
                <a:cs typeface="Roboto"/>
                <a:sym typeface="Roboto"/>
              </a:rPr>
              <a:t>Realizar una animación para determinar si un número es positivo o negativo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A86E8"/>
                </a:solidFill>
                <a:latin typeface="Roboto"/>
                <a:ea typeface="Roboto"/>
                <a:cs typeface="Roboto"/>
                <a:sym typeface="Roboto"/>
              </a:rPr>
              <a:t>Solución:</a:t>
            </a:r>
            <a:endParaRPr b="1" sz="1600">
              <a:solidFill>
                <a:srgbClr val="4A86E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Para realizar </a:t>
            </a: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esta</a:t>
            </a: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animación debemos usar: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Evento: Al presionar 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Sensores: preguntar …. y esperar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Control: si - hacer - si no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Operador:  &gt;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es-419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Apariencia: decir …. durante … segundos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2" name="Google Shape;1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7575" y="2389625"/>
            <a:ext cx="2286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5350" y="672800"/>
            <a:ext cx="2390525" cy="235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1" title="ejemplo03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45358" y="3024900"/>
            <a:ext cx="2738567" cy="205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Ahora realiza cada ejercicio de la clase en tu </a:t>
            </a:r>
            <a:r>
              <a:rPr lang="es-419"/>
              <a:t>sesión</a:t>
            </a:r>
            <a:r>
              <a:rPr lang="es-419"/>
              <a:t> de Scratch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