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ac9d89cf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ac9d89cf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f08c33f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df08c33f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f929ec4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df929ec4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dec9b06e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dec9b06e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drive/folders/1daXuwKqbYQkQCW9uXAzZvFz485MD9Cf1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fMN5nD-R-gLtwG3isL3CMZyBkVvPLaHO/view?usp=share_link" TargetMode="External"/><Relationship Id="rId4" Type="http://schemas.openxmlformats.org/officeDocument/2006/relationships/hyperlink" Target="https://drive.google.com/file/d/1g80r1L7gjA-XIlCxNKPy_g1Xe3O_2Nbn/view?usp=share_link" TargetMode="External"/><Relationship Id="rId5" Type="http://schemas.openxmlformats.org/officeDocument/2006/relationships/hyperlink" Target="https://drive.google.com/file/d/1gAJj_XC7JtyWbNV_lk-O2GMccNh8EcYg/view?usp=share_link" TargetMode="External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gD81iNRS_Bg4Kxx9__PGk2pF9YjQFv7i/view?usp=sharing" TargetMode="External"/><Relationship Id="rId4" Type="http://schemas.openxmlformats.org/officeDocument/2006/relationships/hyperlink" Target="http://drive.google.com/file/d/1jz1qr6FjhvcbJ9X6y6yD94f-XQiaaVrb/view" TargetMode="External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Linea Cont.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Primer Algoritmo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01825" y="1472125"/>
            <a:ext cx="4797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color negro, girar 15º a la izquierda y mueve hacia adelante 2 pasos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color negro, girar 15º a la derecha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mueve hacia adelante 2 pasos.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ueve hacia adelante 2 pasos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850" y="619050"/>
            <a:ext cx="2601929" cy="42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297175" y="3632700"/>
            <a:ext cx="540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Explica todos los errores que presenta este código en la Actividad Evaluada y </a:t>
            </a:r>
            <a:r>
              <a:rPr b="1" lang="es-419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cómo</a:t>
            </a:r>
            <a:r>
              <a:rPr b="1" lang="es-419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trataste de corregirlo.</a:t>
            </a:r>
            <a:endParaRPr b="1"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Adjunta tu simulación de Scratch con tu solución.</a:t>
            </a:r>
            <a:endParaRPr b="1"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68925" y="779025"/>
            <a:ext cx="530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 acuerdo al algoritmo RSL de la clase pasada, realiza y responde. Descarga </a:t>
            </a:r>
            <a:r>
              <a:rPr lang="es-419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r>
              <a:rPr lang="es-419"/>
              <a:t> el robot y la pista 1.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</a:t>
            </a:r>
            <a:r>
              <a:rPr lang="es-419"/>
              <a:t>Algoritmo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250250" y="1132700"/>
            <a:ext cx="3571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color negro, girar 15º a la izquierda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color negro, girar 15º a la derecha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 dos pasos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 detiene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400" y="-5412"/>
            <a:ext cx="1919165" cy="50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-37575" y="779025"/>
            <a:ext cx="402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Prueba este algoritmo en tu robot y pista 1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9648" y="0"/>
            <a:ext cx="314435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50250" y="4409025"/>
            <a:ext cx="374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Explica que sucede en tu caso </a:t>
            </a:r>
            <a:r>
              <a:rPr b="1" lang="es-419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 la Actividad Evaluada. Adjunta tu simulación de Scratch.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Tercer</a:t>
            </a:r>
            <a:r>
              <a:rPr lang="es-419"/>
              <a:t> Algoritmo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90875" y="1339175"/>
            <a:ext cx="3571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línea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blanco y sensor rojo detecta blanco mover 2 pasos adelante.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negro y sensor amarillo detecta blanco, girar 15º a la derecha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negro y sensor rojo detecta blanco, girar 15º a la izquierda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-37575" y="779025"/>
            <a:ext cx="40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Prueba este algoritmo en tu robot y pista 1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,2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4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0525" y="779025"/>
            <a:ext cx="4488990" cy="42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250125" y="4261850"/>
            <a:ext cx="37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NOTA: </a:t>
            </a:r>
            <a:r>
              <a:rPr b="1" lang="es-419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AJUSTA EL TAMAÑO DE ACUERDO A LA PISTA. </a:t>
            </a:r>
            <a:r>
              <a:rPr b="1" lang="es-419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Adjunta tu simulación de Scratch.</a:t>
            </a:r>
            <a:endParaRPr b="1"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Evaluada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98250" y="877700"/>
            <a:ext cx="43206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Diseña un juego utilizando el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algoritmo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3 para 2 carros, cada uno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será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controlado por un jugador, que modificará la velocidad a través de una tecla. Ambos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saldrán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desde un inicio, a la misma velocidad (1) y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recorrerán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s-419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pista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, cada jugador debe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manipular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la velocidad de su carro. Si alguno se sale de la pista deben parar y reiniciar Scratch. El primero que llegue a la meta gana. Observe el video.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7" title="evaluacioncompetencia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155300"/>
            <a:ext cx="4420350" cy="3315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