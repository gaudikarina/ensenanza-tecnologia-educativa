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213de42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213de42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e213de42f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e213de42f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e213de42f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e213de42f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e213de42f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e213de42f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e213de42f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e213de42f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e213de42f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e213de42f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e213de42f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e213de42f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e213de42f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e213de42f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e213de42f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e213de42f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e213de42f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e213de42f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213de42f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e213de42f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e213de42f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e213de42f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e213de42f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e213de42f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laptopmag.com/reviews/laptops/asus-zenbook-13-ux333f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Herramientas IA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Iphone 14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pídele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que se comporte como un experto en marketing digital, que deseas diseñar una campaña para instagram para promocionar el producto.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Indícale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que te genere los captions y las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imágenes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imágenes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, ve a leonardo.ai y generalas. Descarga las fotos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colócalas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Roma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, 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itinerario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péguelo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221550" y="410005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MacBook Air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Paris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, 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Microsoft Surface Pro 9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New York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, 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Samsung Galaxy S23 Ultra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Shanghai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, 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Google Pixel 7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Dubai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114" name="Google Shape;114;p19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OnePlus 11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Budapest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Samsung Galaxy A53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Copenhague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HP Pavilion plus 14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Londres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-419" sz="13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Microsoft Surface Laptop Go 2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Madrid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-419" sz="13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Acer Chromebook Spin 714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Barcelona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154" name="Google Shape;154;p24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-419" sz="13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Dell XPS 15 OLED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 Recuerda trabajar en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inglés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para obtener mejores resultados.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Mikonos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162" name="Google Shape;162;p25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-419" sz="13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Lenovo Legion 5i Gen 7.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Tokyo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Ejercicios:</a:t>
            </a:r>
            <a:endParaRPr/>
          </a:p>
        </p:txBody>
      </p:sp>
      <p:sp>
        <p:nvSpPr>
          <p:cNvPr id="170" name="Google Shape;170;p26"/>
          <p:cNvSpPr txBox="1"/>
          <p:nvPr/>
        </p:nvSpPr>
        <p:spPr>
          <a:xfrm>
            <a:off x="273575" y="766125"/>
            <a:ext cx="87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es un especialista en marketing digital y se desea crear una campaña para aumentar las ventas a través de instagram del producto: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-419"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Asus Zenbook 14 Q409ZA OLED</a:t>
            </a:r>
            <a:r>
              <a:rPr b="1" lang="es-419" sz="1300">
                <a:solidFill>
                  <a:srgbClr val="29292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Para ello utilice las herramientas de IA youchat y leonardo, para realizar las siguientes acciones: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la aplicación youChat pídele que se comporte como un experto en marketing digital, que deseas diseñar una campaña para instagram para promocionar el producto.Indícale que te genere los captions y las imágenes para un carrusel. Coloca la pregunta que formulaste y la respuesta del chat en el siguiente documento para que luego lo subas a la plataforma del aula virtual.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Con la sugerencia de imágenes, ve a leonardo.ai y generalas. Descarga las fotos y colócalas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161100" y="3037200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Ud desea viajar a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Cuzco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por 5 días y tiene solo 500$ de presupuesto para los 5 días: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Utilice la herramienta de IA para viajes para generar el itinerario y péguelo en el documento a entregar en el aula virtual.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221550" y="3949875"/>
            <a:ext cx="87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Dado el siguiente archivo en pdf.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Realice 3 preguntas al archivo que le permita conocer su contenido. En el documento a subir en el aula virtual, coloque las preguntas y respuestas obtenidas.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