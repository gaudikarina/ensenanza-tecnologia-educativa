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Robo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eb6fa91f09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eb6fa91f09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eb6fa91f09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eb6fa91f09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eb6fa91f09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eb6fa91f09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eb6fa91f09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eb6fa91f09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eb6fa91f09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eb6fa91f09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eb6fa91f09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eb6fa91f09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eb6fa91f09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eb6fa91f09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eb6fa91f09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eb6fa91f09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eb737a9d2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eb737a9d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eb6fa91f09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1eb6fa91f09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eb6feec26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eb6feec26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eb6feec26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eb6feec26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eb6feec26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1eb6feec26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eb6feec264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eb6feec26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eb6feec264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eb6feec26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eb6feec264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eb6feec26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eb6feec264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eb6feec264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eb6feec264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1eb6feec264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eb737a9d2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1eb737a9d2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eb6feec264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1eb6feec264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rive.google.com/file/d/1N9ldxQH1QtimUH187xxrHhSZCmK2tKI1/view?usp=sharing" TargetMode="External"/><Relationship Id="rId4" Type="http://schemas.openxmlformats.org/officeDocument/2006/relationships/hyperlink" Target="http://drive.google.com/file/d/1NFnQfEPlq4db_x6P8dfe7UbsuWRdirCr/view" TargetMode="External"/><Relationship Id="rId5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Introducción a Excel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Avance 04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Introducción a Excel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25" y="2459225"/>
            <a:ext cx="8929124" cy="239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4138" y="1747825"/>
            <a:ext cx="2771775" cy="164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Introducción a Excel</a:t>
            </a:r>
            <a:endParaRPr/>
          </a:p>
        </p:txBody>
      </p:sp>
      <p:pic>
        <p:nvPicPr>
          <p:cNvPr id="82" name="Google Shape;8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000" y="695850"/>
            <a:ext cx="7451851" cy="439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4623" y="71425"/>
            <a:ext cx="2350225" cy="139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Introducción a Excel</a:t>
            </a:r>
            <a:endParaRPr/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000" y="695850"/>
            <a:ext cx="7451851" cy="439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4623" y="71425"/>
            <a:ext cx="2350225" cy="139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Principales componentes de</a:t>
            </a:r>
            <a:r>
              <a:rPr lang="es-419"/>
              <a:t> Excel</a:t>
            </a:r>
            <a:endParaRPr/>
          </a:p>
        </p:txBody>
      </p:sp>
      <p:pic>
        <p:nvPicPr>
          <p:cNvPr id="96" name="Google Shape;96;p17"/>
          <p:cNvPicPr preferRelativeResize="0"/>
          <p:nvPr/>
        </p:nvPicPr>
        <p:blipFill rotWithShape="1">
          <a:blip r:embed="rId3">
            <a:alphaModFix/>
          </a:blip>
          <a:srcRect b="0" l="0" r="0" t="16521"/>
          <a:stretch/>
        </p:blipFill>
        <p:spPr>
          <a:xfrm>
            <a:off x="547825" y="695250"/>
            <a:ext cx="7786499" cy="445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93224" y="63800"/>
            <a:ext cx="1440175" cy="85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Principales componentes de Excel</a:t>
            </a:r>
            <a:endParaRPr/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93224" y="63800"/>
            <a:ext cx="1440175" cy="85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864850"/>
            <a:ext cx="8839201" cy="21217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Funciones</a:t>
            </a:r>
            <a:r>
              <a:rPr lang="es-419"/>
              <a:t> de Excel</a:t>
            </a:r>
            <a:endParaRPr/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1151" y="426300"/>
            <a:ext cx="3260300" cy="19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25" y="2695450"/>
            <a:ext cx="8947976" cy="188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Función SUMA</a:t>
            </a:r>
            <a:endParaRPr/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2525" y="710475"/>
            <a:ext cx="5853982" cy="421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93224" y="63800"/>
            <a:ext cx="1440175" cy="85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Función PROMEDIO</a:t>
            </a:r>
            <a:endParaRPr/>
          </a:p>
        </p:txBody>
      </p:sp>
      <p:pic>
        <p:nvPicPr>
          <p:cNvPr id="124" name="Google Shape;1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93224" y="63800"/>
            <a:ext cx="1440175" cy="85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1"/>
          <p:cNvPicPr preferRelativeResize="0"/>
          <p:nvPr/>
        </p:nvPicPr>
        <p:blipFill rotWithShape="1">
          <a:blip r:embed="rId4">
            <a:alphaModFix/>
          </a:blip>
          <a:srcRect b="83002" l="0" r="0" t="0"/>
          <a:stretch/>
        </p:blipFill>
        <p:spPr>
          <a:xfrm>
            <a:off x="624774" y="3079725"/>
            <a:ext cx="8079900" cy="957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1"/>
          <p:cNvPicPr preferRelativeResize="0"/>
          <p:nvPr/>
        </p:nvPicPr>
        <p:blipFill rotWithShape="1">
          <a:blip r:embed="rId5">
            <a:alphaModFix/>
          </a:blip>
          <a:srcRect b="39475" l="0" r="0" t="0"/>
          <a:stretch/>
        </p:blipFill>
        <p:spPr>
          <a:xfrm>
            <a:off x="312425" y="1819788"/>
            <a:ext cx="8704600" cy="89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Función PROMEDIO</a:t>
            </a:r>
            <a:endParaRPr/>
          </a:p>
        </p:txBody>
      </p:sp>
      <p:pic>
        <p:nvPicPr>
          <p:cNvPr id="132" name="Google Shape;132;p22"/>
          <p:cNvPicPr preferRelativeResize="0"/>
          <p:nvPr/>
        </p:nvPicPr>
        <p:blipFill rotWithShape="1">
          <a:blip r:embed="rId3">
            <a:alphaModFix/>
          </a:blip>
          <a:srcRect b="0" l="0" r="0" t="18087"/>
          <a:stretch/>
        </p:blipFill>
        <p:spPr>
          <a:xfrm>
            <a:off x="568650" y="809925"/>
            <a:ext cx="7161449" cy="408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93224" y="63800"/>
            <a:ext cx="1440175" cy="85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Función CONTAR</a:t>
            </a:r>
            <a:endParaRPr/>
          </a:p>
        </p:txBody>
      </p:sp>
      <p:pic>
        <p:nvPicPr>
          <p:cNvPr id="139" name="Google Shape;13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7350" y="176700"/>
            <a:ext cx="2314150" cy="137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76675" y="1748875"/>
            <a:ext cx="6407870" cy="32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Función CONTAR</a:t>
            </a:r>
            <a:endParaRPr/>
          </a:p>
        </p:txBody>
      </p:sp>
      <p:pic>
        <p:nvPicPr>
          <p:cNvPr id="146" name="Google Shape;14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7350" y="176700"/>
            <a:ext cx="2314150" cy="137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504625"/>
            <a:ext cx="8839200" cy="22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Función MIN y MAX</a:t>
            </a:r>
            <a:endParaRPr/>
          </a:p>
        </p:txBody>
      </p:sp>
      <p:pic>
        <p:nvPicPr>
          <p:cNvPr id="153" name="Google Shape;15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7350" y="176700"/>
            <a:ext cx="2314150" cy="137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5"/>
          <p:cNvPicPr preferRelativeResize="0"/>
          <p:nvPr/>
        </p:nvPicPr>
        <p:blipFill rotWithShape="1">
          <a:blip r:embed="rId4">
            <a:alphaModFix/>
          </a:blip>
          <a:srcRect b="47009" l="0" r="0" t="0"/>
          <a:stretch/>
        </p:blipFill>
        <p:spPr>
          <a:xfrm>
            <a:off x="1219200" y="1754225"/>
            <a:ext cx="6727500" cy="3115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Función MIN y MAX</a:t>
            </a:r>
            <a:endParaRPr/>
          </a:p>
        </p:txBody>
      </p:sp>
      <p:pic>
        <p:nvPicPr>
          <p:cNvPr id="160" name="Google Shape;16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7350" y="176700"/>
            <a:ext cx="2314150" cy="137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6"/>
          <p:cNvPicPr preferRelativeResize="0"/>
          <p:nvPr/>
        </p:nvPicPr>
        <p:blipFill rotWithShape="1">
          <a:blip r:embed="rId4">
            <a:alphaModFix/>
          </a:blip>
          <a:srcRect b="0" l="0" r="0" t="51670"/>
          <a:stretch/>
        </p:blipFill>
        <p:spPr>
          <a:xfrm>
            <a:off x="960700" y="1746725"/>
            <a:ext cx="7819201" cy="3303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Formato y Diseño</a:t>
            </a:r>
            <a:endParaRPr/>
          </a:p>
        </p:txBody>
      </p:sp>
      <p:pic>
        <p:nvPicPr>
          <p:cNvPr id="167" name="Google Shape;16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7350" y="176700"/>
            <a:ext cx="2314150" cy="137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375" y="2145100"/>
            <a:ext cx="8839200" cy="2303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Formato y Diseño</a:t>
            </a:r>
            <a:endParaRPr/>
          </a:p>
        </p:txBody>
      </p:sp>
      <p:pic>
        <p:nvPicPr>
          <p:cNvPr id="174" name="Google Shape;17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7350" y="176700"/>
            <a:ext cx="2314150" cy="137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313850"/>
            <a:ext cx="8839201" cy="2514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814900"/>
            <a:ext cx="2602620" cy="45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Formato y Diseño</a:t>
            </a:r>
            <a:endParaRPr/>
          </a:p>
        </p:txBody>
      </p:sp>
      <p:pic>
        <p:nvPicPr>
          <p:cNvPr id="182" name="Google Shape;18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7350" y="176700"/>
            <a:ext cx="2314150" cy="137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842638"/>
            <a:ext cx="477202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2525" y="2366513"/>
            <a:ext cx="7497089" cy="2472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Formato y Diseño</a:t>
            </a:r>
            <a:endParaRPr/>
          </a:p>
        </p:txBody>
      </p:sp>
      <p:pic>
        <p:nvPicPr>
          <p:cNvPr id="190" name="Google Shape;19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7350" y="176700"/>
            <a:ext cx="2314150" cy="137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600475"/>
            <a:ext cx="8839200" cy="1177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8600" y="3572976"/>
            <a:ext cx="8839200" cy="80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8600" y="1763550"/>
            <a:ext cx="3676650" cy="70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Formato y Diseño</a:t>
            </a:r>
            <a:endParaRPr/>
          </a:p>
        </p:txBody>
      </p:sp>
      <p:pic>
        <p:nvPicPr>
          <p:cNvPr id="199" name="Google Shape;19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7350" y="176700"/>
            <a:ext cx="2314150" cy="137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814925"/>
            <a:ext cx="8839201" cy="31276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Ejemplo de uso en Excel</a:t>
            </a:r>
            <a:endParaRPr/>
          </a:p>
        </p:txBody>
      </p:sp>
      <p:sp>
        <p:nvSpPr>
          <p:cNvPr id="206" name="Google Shape;206;p32"/>
          <p:cNvSpPr txBox="1"/>
          <p:nvPr/>
        </p:nvSpPr>
        <p:spPr>
          <a:xfrm>
            <a:off x="266575" y="1891300"/>
            <a:ext cx="58506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En este </a:t>
            </a:r>
            <a:r>
              <a:rPr lang="es-419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ejemplo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utilizaremos multiplicación sencilla, las funciones: suma, contar, promedio, 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mínimo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y máximo. Se utilizarán algunas reglas condicionales que afectan el formarto de celda y daremos formato a la hoja de cálculo, para luego imprimirla. Observa el video de como se 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realizó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el ejemplo desde 0 y luego realiza la actividad evaluada.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7" name="Google Shape;207;p32" title="excelevaluacion1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27475" y="2248075"/>
            <a:ext cx="2722025" cy="2041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Actividad Evaluada (10 ptos)</a:t>
            </a:r>
            <a:endParaRPr/>
          </a:p>
        </p:txBody>
      </p:sp>
      <p:pic>
        <p:nvPicPr>
          <p:cNvPr id="213" name="Google Shape;21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0513" y="16350"/>
            <a:ext cx="1013787" cy="60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3"/>
          <p:cNvSpPr txBox="1"/>
          <p:nvPr/>
        </p:nvSpPr>
        <p:spPr>
          <a:xfrm>
            <a:off x="268800" y="712750"/>
            <a:ext cx="8485500" cy="43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arabicPeriod"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Realiza la lista de compras de tu proyecto de ciencias ó robótica en Excel y coloca los precios en USD (puedes usar precios ficticios).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arabicPeriod"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Utiliza la 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función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suma para calcular el costo total.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arabicPeriod"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Utiliza la función promedio para obtener el costo promedio de los materiales.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arabicPeriod"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Utiliza la función mínimo y 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máximo</a:t>
            </a: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 para conocer el valor mínimo y máximo de los materiales a adquirir.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arabicPeriod"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Establece unos valores máximos por elemento o rubro de tu presupuesto.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arabicPeriod"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Utiliza los condicionales explicados en el video para mostrar: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alphaLcPeriod"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Si el monto por rubro total es &gt; al monto presupuestado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alphaLcPeriod"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Si el monto por rubro total es &lt; al monto presupuestado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alphaLcPeriod"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Si el monto por rubro total es = al monto presupuestado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alphaLcPeriod"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Si el monto total del presupuesto es &gt;,&lt; o = al monto total presupuestado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AutoNum type="arabicPeriod"/>
            </a:pPr>
            <a:r>
              <a:rPr lang="es-419"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Da formato a tu hoja de cálculo: personaliza de modo profesional tu hoja de cálculo, para ser entregada en pdf.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