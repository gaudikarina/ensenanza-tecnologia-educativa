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a1bbc9b21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a1bbc9b21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1bbc9b21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1bbc9b21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1bbc9b21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a1bbc9b21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1bbc9b21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a1bbc9b21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1bbc9b21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a1bbc9b21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1bbc9b21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a1bbc9b21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Práctica final Excel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Avance 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74" name="Google Shape;74;p14"/>
          <p:cNvSpPr txBox="1"/>
          <p:nvPr>
            <p:ph idx="4294967295" type="body"/>
          </p:nvPr>
        </p:nvSpPr>
        <p:spPr>
          <a:xfrm>
            <a:off x="471900" y="619050"/>
            <a:ext cx="8222100" cy="44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la tabla de datos que se encuentra en la siguiente página realiza: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Escribe los datos en una hoja de </a:t>
            </a:r>
            <a:r>
              <a:rPr lang="es-419"/>
              <a:t>cálculo</a:t>
            </a:r>
            <a:r>
              <a:rPr lang="es-419"/>
              <a:t> de excel (1 ptos).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Coloque el </a:t>
            </a:r>
            <a:r>
              <a:rPr lang="es-419"/>
              <a:t>título</a:t>
            </a:r>
            <a:r>
              <a:rPr lang="es-419"/>
              <a:t> de cada columna y fila en fondo azul y letras blancas, tamaño 20, negrita y cursiva (1 pto).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Coloque los datos en fondo gris claro y letras </a:t>
            </a:r>
            <a:r>
              <a:rPr lang="es-419"/>
              <a:t>negritas</a:t>
            </a:r>
            <a:r>
              <a:rPr lang="es-419"/>
              <a:t>, tamaño 14 (1 pto).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Calcule los totales por columna y por fila</a:t>
            </a:r>
            <a:r>
              <a:rPr lang="es-419"/>
              <a:t> (1 pto).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Calcule el promedio de cada estudiante</a:t>
            </a:r>
            <a:r>
              <a:rPr lang="es-419"/>
              <a:t> (1 pto).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Calcule el mayor valor de toda la tabla de datos</a:t>
            </a:r>
            <a:r>
              <a:rPr lang="es-419"/>
              <a:t> (1 pto).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Calcule el menor valor de toda la tabla de datos </a:t>
            </a:r>
            <a:r>
              <a:rPr lang="es-419"/>
              <a:t>(1 pto).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Calcule </a:t>
            </a:r>
            <a:r>
              <a:rPr lang="es-419"/>
              <a:t>cuántos</a:t>
            </a:r>
            <a:r>
              <a:rPr lang="es-419"/>
              <a:t> datos hay en toda la tabla </a:t>
            </a:r>
            <a:r>
              <a:rPr lang="es-419"/>
              <a:t>(1 pto).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Realiza los siguientes gráficos: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s-419"/>
              <a:t>Barra de la nota 01 (4 ptos)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s-419"/>
              <a:t>Circular de los promedios </a:t>
            </a:r>
            <a:r>
              <a:rPr lang="es-419"/>
              <a:t>(4 ptos)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s-419"/>
              <a:t>Líneas</a:t>
            </a:r>
            <a:r>
              <a:rPr lang="es-419"/>
              <a:t> de cada estudiante </a:t>
            </a:r>
            <a:r>
              <a:rPr lang="es-419"/>
              <a:t>(4 ptos)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Observa las </a:t>
            </a:r>
            <a:r>
              <a:rPr lang="es-419"/>
              <a:t>imágenes</a:t>
            </a:r>
            <a:r>
              <a:rPr lang="es-419"/>
              <a:t> modelo en las láminas siguientes.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-419"/>
              <a:t>Entrega el archivo excel y las </a:t>
            </a:r>
            <a:r>
              <a:rPr lang="es-419"/>
              <a:t>imágenes</a:t>
            </a:r>
            <a:r>
              <a:rPr lang="es-419"/>
              <a:t> de los gráficos pegalas en el texto de la entrega.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Tabla de Datos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750" y="233125"/>
            <a:ext cx="7417502" cy="439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57150" y="4696825"/>
            <a:ext cx="89379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de presentación: </a:t>
            </a:r>
            <a:r>
              <a:rPr lang="es-419"/>
              <a:t>Nótese</a:t>
            </a:r>
            <a:r>
              <a:rPr lang="es-419"/>
              <a:t> que los datos en este ejemplo no son los mismos que los solicitados en el ejercicio, este es solo un modelo guía de presentación.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725" y="86350"/>
            <a:ext cx="7537654" cy="454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57150" y="4696825"/>
            <a:ext cx="89379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Gráfico de Barras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42136" cy="439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57150" y="4696825"/>
            <a:ext cx="89379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Gráfico Circular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07523" cy="4392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57150" y="4696825"/>
            <a:ext cx="89379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Gráfico de Líneas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475" y="22175"/>
            <a:ext cx="7001948" cy="459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