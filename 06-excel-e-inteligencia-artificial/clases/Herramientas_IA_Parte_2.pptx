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1ab7d7d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1ab7d7d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868c0701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4868c0701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868c070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868c070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4868c0701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4868c0701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4868c0701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4868c0701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868c0701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4868c0701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4868c0701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4868c0701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868c0701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868c0701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868c0701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868c0701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4868c0701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4868c0701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868c0701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4868c0701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4868c0701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4868c0701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868c0701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868c0701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s.hypotenuse.ai/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tome.app/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hyperlink" Target="https://joinplayroom.com/games/booom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s://pmadsena.weebly.com/uploads/1/2/7/1/12712314/21_lecciones_para_el_siglo_xxi_-_yuval_n.pdf" TargetMode="External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Herramientas IA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Aplicaciones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/>
        </p:nvSpPr>
        <p:spPr>
          <a:xfrm>
            <a:off x="266850" y="1094100"/>
            <a:ext cx="8174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Es un generador de contenido que mejora la redacción y se ajusta según el tono de lenguaje y el objetivo del contenido a crear.</a:t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Cuenta en sus herramientas con: chat, reescritura de contenido, realiza resumen, descripciones de instagram, publicidad para google o facebook, contenido orientado hacia páginas web, redacciones de correo, entre otros.</a:t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Ofrece una prueba gratis de 7 días. Vamos a hacer un ejercicio sencillo:</a:t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0" y="63250"/>
            <a:ext cx="26860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6242950" y="4171250"/>
            <a:ext cx="2307600" cy="38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/>
        </p:nvSpPr>
        <p:spPr>
          <a:xfrm>
            <a:off x="266850" y="1094100"/>
            <a:ext cx="8174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En primer lugar accede a:</a:t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u="sng">
                <a:solidFill>
                  <a:schemeClr val="hlink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https://es.hypotenuse.ai/</a:t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Haga clic en el botón: </a:t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00" y="63250"/>
            <a:ext cx="26860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6242950" y="4171250"/>
            <a:ext cx="2307600" cy="38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0713" y="2430188"/>
            <a:ext cx="2162175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266850" y="1094100"/>
            <a:ext cx="4919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Te </a:t>
            </a: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pedirá</a:t>
            </a: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 el correo o si sigues con tu cuenta Google, te recomiendo la segunda opción continuar con tu cuenta de Google.</a:t>
            </a:r>
            <a:endParaRPr sz="20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0" y="63250"/>
            <a:ext cx="26860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6242950" y="4171250"/>
            <a:ext cx="2307600" cy="38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876" y="63250"/>
            <a:ext cx="3197524" cy="38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266850" y="1512075"/>
            <a:ext cx="4919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Verifica tu correo y sigue los pasos de registro.</a:t>
            </a:r>
            <a:endParaRPr sz="20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En el rol: Educación</a:t>
            </a:r>
            <a:endParaRPr sz="20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En </a:t>
            </a: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compañía</a:t>
            </a: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déjalo</a:t>
            </a: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 en blanco</a:t>
            </a:r>
            <a:endParaRPr sz="20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0" y="63250"/>
            <a:ext cx="26860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6242950" y="4171250"/>
            <a:ext cx="2307600" cy="38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5950" y="1094100"/>
            <a:ext cx="3653249" cy="2713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/>
        </p:nvSpPr>
        <p:spPr>
          <a:xfrm>
            <a:off x="975850" y="4118300"/>
            <a:ext cx="49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Escoje la opción Let me explore</a:t>
            </a:r>
            <a:endParaRPr sz="20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0" y="63250"/>
            <a:ext cx="26860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6320275" y="4610900"/>
            <a:ext cx="2307600" cy="38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975" y="785050"/>
            <a:ext cx="7303260" cy="320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/>
          <p:nvPr/>
        </p:nvSpPr>
        <p:spPr>
          <a:xfrm>
            <a:off x="6887500" y="755125"/>
            <a:ext cx="1444800" cy="32073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" name="Google Shape;109;p18"/>
          <p:cNvCxnSpPr/>
          <p:nvPr/>
        </p:nvCxnSpPr>
        <p:spPr>
          <a:xfrm flipH="1" rot="10800000">
            <a:off x="5173000" y="3436375"/>
            <a:ext cx="1650000" cy="9540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705150" y="1011575"/>
            <a:ext cx="49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Probemos la opción:</a:t>
            </a:r>
            <a:endParaRPr sz="20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0" y="63250"/>
            <a:ext cx="26860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5709825" y="4494875"/>
            <a:ext cx="2307600" cy="38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463" y="1846850"/>
            <a:ext cx="420052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5005425" y="676400"/>
            <a:ext cx="37164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Enfocados en el proyecto de sociales, realiza una pregunta a la IA sobre el libro que </a:t>
            </a:r>
            <a:r>
              <a:rPr lang="es-419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estás</a:t>
            </a:r>
            <a:r>
              <a:rPr lang="es-419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 leyendo de Harari, como por ejemplo: </a:t>
            </a:r>
            <a:r>
              <a:rPr b="1" i="1" lang="es-419">
                <a:solidFill>
                  <a:schemeClr val="accent1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Escribe las conclusiones del </a:t>
            </a:r>
            <a:r>
              <a:rPr b="1" i="1" lang="es-419">
                <a:solidFill>
                  <a:schemeClr val="accent1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capítulo</a:t>
            </a:r>
            <a:r>
              <a:rPr b="1" i="1" lang="es-419">
                <a:solidFill>
                  <a:schemeClr val="accent1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 2 del libro Homo Deus</a:t>
            </a:r>
            <a:endParaRPr b="1" i="1">
              <a:solidFill>
                <a:schemeClr val="accent1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En el contexto adicional coloca el enfoque de la pregunta que </a:t>
            </a:r>
            <a:r>
              <a:rPr lang="es-419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estás</a:t>
            </a:r>
            <a:r>
              <a:rPr lang="es-419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 haciendo por ejemplo: </a:t>
            </a:r>
            <a:r>
              <a:rPr b="1" lang="es-419">
                <a:solidFill>
                  <a:schemeClr val="dk1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enfocado en la responsabilidad ética</a:t>
            </a:r>
            <a:endParaRPr b="1">
              <a:solidFill>
                <a:schemeClr val="dk1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En el tono escoge el tono profesional.</a:t>
            </a:r>
            <a:endParaRPr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132625" y="727975"/>
            <a:ext cx="5079300" cy="4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Evaluación 7 ptos: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En un documento copia la imagen de la pregunta realizada y los criterios utilizados como se muestra a continuación.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Copia la respuesta generada por la IA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Responde: ¿La respuesta de la IA es correcta o incorrecta?</a:t>
            </a: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. Justifique su respuesta?</a:t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0" y="63250"/>
            <a:ext cx="26860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6900" y="1299700"/>
            <a:ext cx="3483076" cy="34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/>
        </p:nvSpPr>
        <p:spPr>
          <a:xfrm>
            <a:off x="411725" y="887475"/>
            <a:ext cx="78567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Es una herramienta que realiza presentaciones utilizando el motor de GPT-3 y Dall-E para generar las imagenes.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Posee diversas opciones para crear productos como: Crear </a:t>
            </a: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imágenes</a:t>
            </a: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, un solo slide de presentación, presentación desde un documento o crea una presentación colocando una descripción del tema a desarrollar.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Comencemos a usar Tome, dirigete a su página web: </a:t>
            </a:r>
            <a:r>
              <a:rPr lang="es-419" sz="1900" u="sng">
                <a:solidFill>
                  <a:schemeClr val="hlink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https://tome.app/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1700"/>
            <a:ext cx="2274175" cy="62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2274175" cy="621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22"/>
          <p:cNvGrpSpPr/>
          <p:nvPr/>
        </p:nvGrpSpPr>
        <p:grpSpPr>
          <a:xfrm>
            <a:off x="319738" y="1465800"/>
            <a:ext cx="8210663" cy="838200"/>
            <a:chOff x="319738" y="1651875"/>
            <a:chExt cx="8210663" cy="838200"/>
          </a:xfrm>
        </p:grpSpPr>
        <p:pic>
          <p:nvPicPr>
            <p:cNvPr id="138" name="Google Shape;138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95150" y="1651875"/>
              <a:ext cx="1924050" cy="838200"/>
            </a:xfrm>
            <a:prstGeom prst="rect">
              <a:avLst/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39" name="Google Shape;139;p22"/>
            <p:cNvSpPr txBox="1"/>
            <p:nvPr/>
          </p:nvSpPr>
          <p:spPr>
            <a:xfrm>
              <a:off x="738250" y="1870875"/>
              <a:ext cx="130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Da click aqui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22"/>
            <p:cNvSpPr txBox="1"/>
            <p:nvPr/>
          </p:nvSpPr>
          <p:spPr>
            <a:xfrm>
              <a:off x="6873500" y="1763175"/>
              <a:ext cx="1656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Logueate con tu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 cuenta Google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1" name="Google Shape;141;p22"/>
            <p:cNvCxnSpPr>
              <a:stCxn id="139" idx="3"/>
              <a:endCxn id="138" idx="1"/>
            </p:cNvCxnSpPr>
            <p:nvPr/>
          </p:nvCxnSpPr>
          <p:spPr>
            <a:xfrm>
              <a:off x="2040850" y="2070975"/>
              <a:ext cx="1454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2" name="Google Shape;142;p22"/>
            <p:cNvCxnSpPr>
              <a:stCxn id="138" idx="3"/>
              <a:endCxn id="140" idx="1"/>
            </p:cNvCxnSpPr>
            <p:nvPr/>
          </p:nvCxnSpPr>
          <p:spPr>
            <a:xfrm>
              <a:off x="5419200" y="2070975"/>
              <a:ext cx="1454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3" name="Google Shape;143;p22"/>
            <p:cNvSpPr/>
            <p:nvPr/>
          </p:nvSpPr>
          <p:spPr>
            <a:xfrm>
              <a:off x="319738" y="1870875"/>
              <a:ext cx="358800" cy="400200"/>
            </a:xfrm>
            <a:prstGeom prst="ellipse">
              <a:avLst/>
            </a:prstGeom>
            <a:solidFill>
              <a:srgbClr val="1C458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600">
                  <a:solidFill>
                    <a:schemeClr val="lt1"/>
                  </a:solidFill>
                </a:rPr>
                <a:t>1</a:t>
              </a:r>
              <a:endParaRPr sz="1600">
                <a:solidFill>
                  <a:schemeClr val="lt1"/>
                </a:solidFill>
              </a:endParaRPr>
            </a:p>
          </p:txBody>
        </p:sp>
      </p:grpSp>
      <p:grpSp>
        <p:nvGrpSpPr>
          <p:cNvPr id="144" name="Google Shape;144;p22"/>
          <p:cNvGrpSpPr/>
          <p:nvPr/>
        </p:nvGrpSpPr>
        <p:grpSpPr>
          <a:xfrm>
            <a:off x="319738" y="3307550"/>
            <a:ext cx="8659299" cy="542925"/>
            <a:chOff x="319738" y="3413875"/>
            <a:chExt cx="8659299" cy="542925"/>
          </a:xfrm>
        </p:grpSpPr>
        <p:pic>
          <p:nvPicPr>
            <p:cNvPr id="145" name="Google Shape;145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83913" y="3413875"/>
              <a:ext cx="1581150" cy="542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22"/>
            <p:cNvSpPr txBox="1"/>
            <p:nvPr/>
          </p:nvSpPr>
          <p:spPr>
            <a:xfrm>
              <a:off x="864275" y="3485250"/>
              <a:ext cx="130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Da click aqui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47" name="Google Shape;147;p22"/>
            <p:cNvPicPr preferRelativeResize="0"/>
            <p:nvPr/>
          </p:nvPicPr>
          <p:blipFill rotWithShape="1">
            <a:blip r:embed="rId6">
              <a:alphaModFix/>
            </a:blip>
            <a:srcRect b="0" l="0" r="60703" t="0"/>
            <a:stretch/>
          </p:blipFill>
          <p:spPr>
            <a:xfrm>
              <a:off x="6139562" y="3466950"/>
              <a:ext cx="2839474" cy="43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22"/>
            <p:cNvSpPr/>
            <p:nvPr/>
          </p:nvSpPr>
          <p:spPr>
            <a:xfrm>
              <a:off x="319738" y="3485250"/>
              <a:ext cx="358800" cy="400200"/>
            </a:xfrm>
            <a:prstGeom prst="ellipse">
              <a:avLst/>
            </a:prstGeom>
            <a:solidFill>
              <a:srgbClr val="1C458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600">
                  <a:solidFill>
                    <a:schemeClr val="lt1"/>
                  </a:solidFill>
                </a:rPr>
                <a:t>2</a:t>
              </a:r>
              <a:endParaRPr sz="1600">
                <a:solidFill>
                  <a:schemeClr val="lt1"/>
                </a:solidFill>
              </a:endParaRPr>
            </a:p>
          </p:txBody>
        </p:sp>
        <p:cxnSp>
          <p:nvCxnSpPr>
            <p:cNvPr id="149" name="Google Shape;149;p22"/>
            <p:cNvCxnSpPr>
              <a:stCxn id="146" idx="3"/>
              <a:endCxn id="145" idx="1"/>
            </p:cNvCxnSpPr>
            <p:nvPr/>
          </p:nvCxnSpPr>
          <p:spPr>
            <a:xfrm>
              <a:off x="2166875" y="3685350"/>
              <a:ext cx="816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0" name="Google Shape;150;p22"/>
            <p:cNvCxnSpPr>
              <a:stCxn id="145" idx="3"/>
              <a:endCxn id="147" idx="1"/>
            </p:cNvCxnSpPr>
            <p:nvPr/>
          </p:nvCxnSpPr>
          <p:spPr>
            <a:xfrm>
              <a:off x="4565063" y="3685338"/>
              <a:ext cx="1574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700"/>
            <a:ext cx="2274175" cy="62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/>
        </p:nvSpPr>
        <p:spPr>
          <a:xfrm>
            <a:off x="431525" y="718200"/>
            <a:ext cx="8169000" cy="4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Evaluación 7 ptos: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Crea una presentación con uno de los siguientes temas: 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El electromagnetismo y su influencia en el avance tecnológico del siglo 20.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La responsabilidad social desde la perspectiva de Harari en su obra Homo Deus.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Reacciones químicas: tipos y equilibrio químico.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2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Funciones: tipos de funciones, propiedades, gráficas y aplicaciones.</a:t>
            </a:r>
            <a:endParaRPr sz="19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</a:pPr>
            <a:r>
              <a:rPr lang="es-419" sz="19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Comparte el link por la plataforma del aula virtual.</a:t>
            </a:r>
            <a:endParaRPr sz="18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75" y="199950"/>
            <a:ext cx="2095200" cy="14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471900" y="1919075"/>
            <a:ext cx="77034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200"/>
              <a:t>Es una herramienta que genera un juego de trivia.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200"/>
              <a:t>Solo debes colocar el tema que deseas la trivia.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200"/>
              <a:t>Puedes jugar solo o con amigos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200"/>
              <a:t>Ingresa a: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419" sz="2200" u="sng">
                <a:solidFill>
                  <a:schemeClr val="hlink"/>
                </a:solidFill>
                <a:hlinkClick r:id="rId4"/>
              </a:rPr>
              <a:t>https://joinplayroom.com/games/booom/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16350"/>
            <a:ext cx="889969" cy="60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98250" y="778500"/>
            <a:ext cx="79830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Evaluación 6  ptos: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○"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Crea una trivia con uno de los siguientes temas: 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2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■"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Libro Homo Deus de Harari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2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■"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Libro </a:t>
            </a: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21 lecciones para el siglo XXI</a:t>
            </a: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 de Harari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2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■"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Arduino UNO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2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■"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Historia de Venezuela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2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■"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Geografía de Venezuela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2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■"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Realice el juego y al final compartelo dando click en el botón: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y copia el link en el aula virtual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s-419" sz="1700">
                <a:solidFill>
                  <a:schemeClr val="dk2"/>
                </a:solidFill>
                <a:highlight>
                  <a:srgbClr val="F5F5F7"/>
                </a:highlight>
                <a:latin typeface="Roboto"/>
                <a:ea typeface="Roboto"/>
                <a:cs typeface="Roboto"/>
                <a:sym typeface="Roboto"/>
              </a:rPr>
              <a:t>Si detectas algún error describirlo en la entrega en el aula virtual.</a:t>
            </a:r>
            <a:endParaRPr sz="1700">
              <a:solidFill>
                <a:schemeClr val="dk2"/>
              </a:solidFill>
              <a:highlight>
                <a:srgbClr val="F5F5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4625" y="3380650"/>
            <a:ext cx="1760600" cy="5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Fin de Presentación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