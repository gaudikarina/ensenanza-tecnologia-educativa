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b6fa91f0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b6fa91f0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ec2932c99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ec2932c99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c2932c99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ec2932c99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ec2932c99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ec2932c99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ec2932c99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ec2932c99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ec2932c99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ec2932c99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ec2932c99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ec2932c99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ec2932c99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ec2932c9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ec2932c99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ec2932c99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c2932c99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ec2932c99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OAZSyQ42dSTjfex-uS-UQoQth5WCXQnD/edit?usp=drive_link&amp;ouid=118164986945567365653&amp;rtpof=true&amp;sd=true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spreadsheets/d/1OBsUls_-tVlnmQb5-8HGY5lc_d-RhOph/edit?usp=sharing&amp;ouid=118164986945567365653&amp;rtpof=true&amp;sd=true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spreadsheets/d/1OE2QhEIKf-M25xnrXtfKDiKif2SwDmsS/edit?usp=sharing&amp;ouid=118164986945567365653&amp;rtpof=true&amp;sd=true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Gráficos en Excel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Avance 05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Gráficos en Excel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361900" cy="2664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2700">
                <a:solidFill>
                  <a:srgbClr val="2E2F30"/>
                </a:solidFill>
              </a:rPr>
              <a:t>Los gráficos son una herramienta útil para visualizar datos y analizar tendencias. En Excel, puedes crear una variedad de gráficos para representar tus datos de manera efectiva. A continuación, se presentan algunos ejemplos de gráficos comunes y cómo aplicarlos</a:t>
            </a:r>
            <a:endParaRPr sz="3300"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6448" y="218175"/>
            <a:ext cx="2350225" cy="13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Gráfico de Columnas o barras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182950" y="1725750"/>
            <a:ext cx="5070000" cy="3417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2E2F30"/>
                </a:solidFill>
              </a:rPr>
              <a:t>Un gráfico de barras es útil para comparar diferentes categorías o valores. Puedes utilizarlo para mostrar la venta mensual de productos o la distribución de ingresos por departamento. Para crear un gráfico de barras en Excel, sigue estos pasos:</a:t>
            </a:r>
            <a:endParaRPr sz="1700">
              <a:solidFill>
                <a:srgbClr val="2E2F30"/>
              </a:solidFill>
            </a:endParaRPr>
          </a:p>
          <a:p>
            <a:pPr indent="-320358" lvl="0" marL="457200" rtl="0" algn="l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Selecciona los datos que deseas representar en el gráfico.</a:t>
            </a:r>
            <a:endParaRPr sz="1700">
              <a:solidFill>
                <a:srgbClr val="2E2F30"/>
              </a:solidFill>
            </a:endParaRPr>
          </a:p>
          <a:p>
            <a:pPr indent="-320358" lvl="0" marL="457200" rtl="0" algn="l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Haz clic en la pestaña "Insertar" en la barra de herramientas de Excel.</a:t>
            </a:r>
            <a:endParaRPr sz="1700">
              <a:solidFill>
                <a:srgbClr val="2E2F30"/>
              </a:solidFill>
            </a:endParaRPr>
          </a:p>
          <a:p>
            <a:pPr indent="-320358" lvl="0" marL="457200" rtl="0" algn="l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Selecciona el tipo de gráfico de barras que deseas utilizar, como "Barras agrupadas" o "Barras apiladas".</a:t>
            </a:r>
            <a:endParaRPr sz="1700">
              <a:solidFill>
                <a:srgbClr val="2E2F30"/>
              </a:solidFill>
            </a:endParaRPr>
          </a:p>
          <a:p>
            <a:pPr indent="-320358" lvl="0" marL="457200" rtl="0" algn="l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Excel generará automáticamente el gráfico de barras con los datos seleccionados.</a:t>
            </a:r>
            <a:endParaRPr sz="1700">
              <a:solidFill>
                <a:srgbClr val="2E2F30"/>
              </a:solidFill>
            </a:endParaRPr>
          </a:p>
          <a:p>
            <a:pPr indent="-320358" lvl="0" marL="457200" rtl="0" algn="l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Descarga el ejemplo </a:t>
            </a:r>
            <a:r>
              <a:rPr lang="es-419" sz="1700" u="sng">
                <a:solidFill>
                  <a:schemeClr val="hlink"/>
                </a:solidFill>
                <a:hlinkClick r:id="rId3"/>
              </a:rPr>
              <a:t>aquí.</a:t>
            </a:r>
            <a:endParaRPr sz="1700">
              <a:solidFill>
                <a:srgbClr val="2E2F30"/>
              </a:solidFill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6448" y="218175"/>
            <a:ext cx="2350225" cy="13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 rotWithShape="1">
          <a:blip r:embed="rId5">
            <a:alphaModFix/>
          </a:blip>
          <a:srcRect b="30974" l="21449" r="41754" t="41860"/>
          <a:stretch/>
        </p:blipFill>
        <p:spPr>
          <a:xfrm>
            <a:off x="5619550" y="1840225"/>
            <a:ext cx="3379776" cy="240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Gráfico de Barras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182950" y="1725750"/>
            <a:ext cx="8871000" cy="80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700">
                <a:solidFill>
                  <a:srgbClr val="2E2F30"/>
                </a:solidFill>
              </a:rPr>
              <a:t>Utilizando el archivo de ejemplo, realiza los gráficos de barra siguientes, siguiendo las instrucciones de la profesora.</a:t>
            </a:r>
            <a:endParaRPr sz="1700">
              <a:solidFill>
                <a:srgbClr val="2E2F30"/>
              </a:solidFill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6448" y="218175"/>
            <a:ext cx="2350225" cy="13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175" y="2439725"/>
            <a:ext cx="3836829" cy="230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7904" y="2439725"/>
            <a:ext cx="3836829" cy="230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Gráfico de Líneas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82950" y="1725750"/>
            <a:ext cx="5070000" cy="3417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2E2F30"/>
                </a:solidFill>
              </a:rPr>
              <a:t>Un gráfico de líneas es útil para mostrar la evolución de datos a lo largo del tiempo. Puedes utilizarlo para representar la fluctuación de precios de acciones o el crecimiento de ventas trimestrales. Para crear un gráfico de líneas en Excel, sigue estos pasos:</a:t>
            </a:r>
            <a:endParaRPr sz="1700">
              <a:solidFill>
                <a:srgbClr val="2E2F30"/>
              </a:solidFill>
            </a:endParaRPr>
          </a:p>
          <a:p>
            <a:pPr indent="-328454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Selecciona los datos que deseas representar en el gráfico.</a:t>
            </a:r>
            <a:endParaRPr sz="1700">
              <a:solidFill>
                <a:srgbClr val="2E2F30"/>
              </a:solidFill>
            </a:endParaRPr>
          </a:p>
          <a:p>
            <a:pPr indent="-328454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Haz clic en la pestaña "Insertar" en la barra de herramientas de Excel.</a:t>
            </a:r>
            <a:endParaRPr sz="1700">
              <a:solidFill>
                <a:srgbClr val="2E2F30"/>
              </a:solidFill>
            </a:endParaRPr>
          </a:p>
          <a:p>
            <a:pPr indent="-328454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Selecciona el tipo de gráfico de líneas que deseas utilizar.</a:t>
            </a:r>
            <a:endParaRPr sz="1700">
              <a:solidFill>
                <a:srgbClr val="2E2F30"/>
              </a:solidFill>
            </a:endParaRPr>
          </a:p>
          <a:p>
            <a:pPr indent="-328454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Excel generará automáticamente el gráfico de líneas con los datos seleccionados.</a:t>
            </a:r>
            <a:endParaRPr sz="1700">
              <a:solidFill>
                <a:srgbClr val="2E2F30"/>
              </a:solidFill>
            </a:endParaRPr>
          </a:p>
          <a:p>
            <a:pPr indent="-328454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Descarga el ejemplo </a:t>
            </a:r>
            <a:r>
              <a:rPr lang="es-419" sz="1700" u="sng">
                <a:solidFill>
                  <a:schemeClr val="hlink"/>
                </a:solidFill>
                <a:hlinkClick r:id="rId3"/>
              </a:rPr>
              <a:t>aquí.</a:t>
            </a:r>
            <a:endParaRPr sz="1700">
              <a:solidFill>
                <a:srgbClr val="2E2F30"/>
              </a:solidFill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6448" y="218175"/>
            <a:ext cx="2350225" cy="13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5">
            <a:alphaModFix/>
          </a:blip>
          <a:srcRect b="20827" l="21963" r="48897" t="41841"/>
          <a:stretch/>
        </p:blipFill>
        <p:spPr>
          <a:xfrm>
            <a:off x="5826227" y="1773858"/>
            <a:ext cx="2552602" cy="3147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Gráfico de Líneas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182950" y="1725750"/>
            <a:ext cx="8871000" cy="80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700">
                <a:solidFill>
                  <a:srgbClr val="2E2F30"/>
                </a:solidFill>
              </a:rPr>
              <a:t>Utilizando el archivo de ejemplo, realiza el gráfico de </a:t>
            </a:r>
            <a:r>
              <a:rPr lang="es-419" sz="1700">
                <a:solidFill>
                  <a:srgbClr val="2E2F30"/>
                </a:solidFill>
              </a:rPr>
              <a:t>líneas</a:t>
            </a:r>
            <a:r>
              <a:rPr lang="es-419" sz="1700">
                <a:solidFill>
                  <a:srgbClr val="2E2F30"/>
                </a:solidFill>
              </a:rPr>
              <a:t> siguiente, siguiendo las instrucciones de la profesora.</a:t>
            </a:r>
            <a:endParaRPr sz="1700">
              <a:solidFill>
                <a:srgbClr val="2E2F30"/>
              </a:solidFill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6448" y="218175"/>
            <a:ext cx="2350225" cy="13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5450" y="2469075"/>
            <a:ext cx="3857321" cy="230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Gráfico Circular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182950" y="1725750"/>
            <a:ext cx="5070000" cy="3417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2E2F30"/>
                </a:solidFill>
              </a:rPr>
              <a:t>Un gráfico circular es útil para mostrar la proporción de diferentes categorías en un conjunto de datos. Puedes utilizarlo para representar la distribución de gastos en un presupuesto o la participación de mercado de diferentes productos. Para crear un gráfico de pastel en Excel, sigue estos pasos:</a:t>
            </a:r>
            <a:endParaRPr sz="1700">
              <a:solidFill>
                <a:srgbClr val="2E2F30"/>
              </a:solidFill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70588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Selecciona los datos que deseas representar en el gráfico.</a:t>
            </a:r>
            <a:endParaRPr sz="1700">
              <a:solidFill>
                <a:srgbClr val="2E2F30"/>
              </a:solidFill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70588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Haz clic en la pestaña "Insertar" en la barra de herramientas de Excel.</a:t>
            </a:r>
            <a:endParaRPr sz="1700">
              <a:solidFill>
                <a:srgbClr val="2E2F30"/>
              </a:solidFill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70588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Selecciona el tipo de gráfico circular que deseas utilizar.</a:t>
            </a:r>
            <a:endParaRPr sz="1200">
              <a:solidFill>
                <a:srgbClr val="2E2F30"/>
              </a:solidFill>
              <a:highlight>
                <a:srgbClr val="F5F5F7"/>
              </a:highlight>
            </a:endParaRPr>
          </a:p>
          <a:p>
            <a:pPr indent="-32035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Excel generará automáticamente el gráfico de líneas con los datos seleccionados.</a:t>
            </a:r>
            <a:endParaRPr sz="1700">
              <a:solidFill>
                <a:srgbClr val="2E2F30"/>
              </a:solidFill>
            </a:endParaRPr>
          </a:p>
          <a:p>
            <a:pPr indent="-32035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ct val="100000"/>
              <a:buAutoNum type="arabicPeriod"/>
            </a:pPr>
            <a:r>
              <a:rPr lang="es-419" sz="1700">
                <a:solidFill>
                  <a:srgbClr val="2E2F30"/>
                </a:solidFill>
              </a:rPr>
              <a:t>Descarga el ejemplo </a:t>
            </a:r>
            <a:r>
              <a:rPr lang="es-419" sz="1700" u="sng">
                <a:solidFill>
                  <a:schemeClr val="hlink"/>
                </a:solidFill>
                <a:hlinkClick r:id="rId3"/>
              </a:rPr>
              <a:t>aquí.</a:t>
            </a:r>
            <a:endParaRPr sz="1700">
              <a:solidFill>
                <a:srgbClr val="2E2F30"/>
              </a:solidFill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6448" y="218175"/>
            <a:ext cx="2350225" cy="13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7725" y="1767775"/>
            <a:ext cx="2312470" cy="322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Gráfico Circular</a:t>
            </a:r>
            <a:endParaRPr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182950" y="1725750"/>
            <a:ext cx="8871000" cy="80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700">
                <a:solidFill>
                  <a:srgbClr val="2E2F30"/>
                </a:solidFill>
              </a:rPr>
              <a:t>Utilizando el archivo de ejemplo, realiza los gráficos circulares siguientes, siguiendo las instrucciones de la profesora.</a:t>
            </a:r>
            <a:endParaRPr sz="1700">
              <a:solidFill>
                <a:srgbClr val="2E2F30"/>
              </a:solidFill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6448" y="218175"/>
            <a:ext cx="2350225" cy="13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675" y="2413900"/>
            <a:ext cx="4373076" cy="262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9150" y="2427691"/>
            <a:ext cx="4264801" cy="2563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60950" y="258875"/>
            <a:ext cx="8222100" cy="12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 evaluados Avance 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 (6 ptos)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471900" y="1919075"/>
            <a:ext cx="5889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Realice un gráfico de barras con los siguientes Datos: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Personalice su formato incluyendo su nombre y la fecha de realización del archivo.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Suba el archivo en excel y en pdf a la plataforma.</a:t>
            </a:r>
            <a:endParaRPr sz="2000"/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2050" y="1964475"/>
            <a:ext cx="211455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460950" y="258875"/>
            <a:ext cx="8222100" cy="12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 evaluados Avance 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02 (7 ptos)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471900" y="1919075"/>
            <a:ext cx="5889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Realice un gráfico circular con los siguientes Datos: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Personalice su formato incluyendo su nombre y la fecha de realización del archivo.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Suba el archivo en excel y en pdf a la plataforma.</a:t>
            </a:r>
            <a:endParaRPr sz="2000"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1200" y="2174223"/>
            <a:ext cx="2782800" cy="2113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60950" y="258875"/>
            <a:ext cx="8222100" cy="12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 evaluados Avance 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03 (7 ptos)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471900" y="1919075"/>
            <a:ext cx="5889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Realice un gráfico de líneas con los siguientes Datos: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Personalice su formato incluyendo su nombre y la fecha de realización del archivo.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Suba el archivo en excel y en pdf a la plataforma.</a:t>
            </a:r>
            <a:endParaRPr sz="2000"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8500" y="2038350"/>
            <a:ext cx="2114550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