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9a44b6257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9a44b6257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9a44b625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9a44b625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9a44b6257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9a44b6257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9a44b6257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9a44b6257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9a44b6257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9a44b6257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9a44b6257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9a44b6257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9a44b6257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9a44b6257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9a8aa4e39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9a8aa4e39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9a8aa4e3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9a8aa4e3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9a8aa4e3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9a8aa4e3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9a8aa4e39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9a8aa4e39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9a44b6257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9a44b6257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11" Type="http://schemas.openxmlformats.org/officeDocument/2006/relationships/image" Target="../media/image24.png"/><Relationship Id="rId10" Type="http://schemas.openxmlformats.org/officeDocument/2006/relationships/image" Target="../media/image21.png"/><Relationship Id="rId12" Type="http://schemas.openxmlformats.org/officeDocument/2006/relationships/image" Target="../media/image15.png"/><Relationship Id="rId9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40.png"/><Relationship Id="rId7" Type="http://schemas.openxmlformats.org/officeDocument/2006/relationships/image" Target="../media/image17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5.png"/><Relationship Id="rId8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Lección 02: VEXCODE VR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VEXCODE VR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252" y="892025"/>
            <a:ext cx="6246001" cy="35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98250" y="1519250"/>
            <a:ext cx="2766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Plataforma Online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Para Robots VEX Virtual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Scratch 3.0 o Python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Escenarios y actividades prediseñadas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VEX VR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98250" y="759925"/>
            <a:ext cx="2766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Es preconstruido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Usa una base motriz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875" y="1637125"/>
            <a:ext cx="6963350" cy="345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Barra de inicio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788" y="799825"/>
            <a:ext cx="6188420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Escenarios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600" y="735275"/>
            <a:ext cx="4847032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Simbología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350" y="825675"/>
            <a:ext cx="6647500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Simbología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675" y="662975"/>
            <a:ext cx="4879286" cy="42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Bloques y formas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624100" y="732800"/>
            <a:ext cx="130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Bloques sombrero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228300" y="732800"/>
            <a:ext cx="215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Bloques de Apilar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671100" y="776713"/>
            <a:ext cx="151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Roboto"/>
                <a:ea typeface="Roboto"/>
                <a:cs typeface="Roboto"/>
                <a:sym typeface="Roboto"/>
              </a:rPr>
              <a:t>Booleanos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1978375" y="2801575"/>
            <a:ext cx="20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De reportero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238875" y="2646250"/>
            <a:ext cx="130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De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75" y="1457362"/>
            <a:ext cx="1912522" cy="10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0075" y="1445700"/>
            <a:ext cx="2239025" cy="1126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4550" y="3182450"/>
            <a:ext cx="2372475" cy="16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7311" y="1503812"/>
            <a:ext cx="3507389" cy="79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750" y="3361425"/>
            <a:ext cx="3762075" cy="11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La consola de impresión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3461025" y="619050"/>
            <a:ext cx="24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Utiliza los bloques Mirar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163" y="1357950"/>
            <a:ext cx="167640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00" y="753675"/>
            <a:ext cx="2821990" cy="421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1940" y="142800"/>
            <a:ext cx="4857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0338" y="2571750"/>
            <a:ext cx="3311637" cy="240562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6601975" y="1287000"/>
            <a:ext cx="2388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Imprime: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Palabras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Números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Variables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Cálculos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Valor de los sensores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Permite guardar en un archivo .txt la información impresa en consola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236600" y="2754150"/>
            <a:ext cx="6450600" cy="23688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6769575" y="2754150"/>
            <a:ext cx="2192400" cy="23688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 </a:t>
            </a:r>
            <a:r>
              <a:rPr lang="es-419"/>
              <a:t>Bloques de control 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98250" y="751400"/>
            <a:ext cx="186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Bucle infinito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00" y="1253213"/>
            <a:ext cx="16002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1965750" y="751400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Bucle repetir N veces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8125" y="1345450"/>
            <a:ext cx="14382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4422450" y="751400"/>
            <a:ext cx="24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Bucle hacer hasta que se cumpla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0675" y="1490300"/>
            <a:ext cx="178117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6687300" y="748200"/>
            <a:ext cx="24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Bucle mientras se cumpla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1475" y="1490300"/>
            <a:ext cx="18859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-11325" y="2884950"/>
            <a:ext cx="186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Si, entonces haga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1856175" y="2884950"/>
            <a:ext cx="24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Si, entonces haga, en caso contrario haga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348475" y="2818700"/>
            <a:ext cx="24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Roboto"/>
                <a:ea typeface="Roboto"/>
                <a:cs typeface="Roboto"/>
                <a:sym typeface="Roboto"/>
              </a:rPr>
              <a:t>Si, entonces haga, en caso contrario haga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Roboto"/>
                <a:ea typeface="Roboto"/>
                <a:cs typeface="Roboto"/>
                <a:sym typeface="Roboto"/>
              </a:rPr>
              <a:t>Anidado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6579125" y="2788200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Otras acciones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618875" y="2652325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Condicionales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36600" y="785425"/>
            <a:ext cx="8725500" cy="18669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7150" y="3623850"/>
            <a:ext cx="14097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9675" y="3557600"/>
            <a:ext cx="14097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69125" y="3523603"/>
            <a:ext cx="1363325" cy="153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31175" y="3194875"/>
            <a:ext cx="15525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31475" y="3847500"/>
            <a:ext cx="12573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70500" y="4412588"/>
            <a:ext cx="59055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 </a:t>
            </a:r>
            <a:r>
              <a:rPr lang="es-419"/>
              <a:t>Operadores </a:t>
            </a:r>
            <a:endParaRPr/>
          </a:p>
        </p:txBody>
      </p:sp>
      <p:sp>
        <p:nvSpPr>
          <p:cNvPr id="165" name="Google Shape;165;p23"/>
          <p:cNvSpPr txBox="1"/>
          <p:nvPr/>
        </p:nvSpPr>
        <p:spPr>
          <a:xfrm>
            <a:off x="98250" y="1518975"/>
            <a:ext cx="186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Aritméticos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1965750" y="1518975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Comparación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4422450" y="1518975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Lógicos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6687300" y="1515775"/>
            <a:ext cx="24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Matemáticos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25" y="1924500"/>
            <a:ext cx="831732" cy="14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8300" y="1980675"/>
            <a:ext cx="11715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5575" y="1924500"/>
            <a:ext cx="12001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7463" y="1981650"/>
            <a:ext cx="147637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1175" y="3218913"/>
            <a:ext cx="1924050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Plataforma VEXCODE VR:  Sentir e Imán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0" y="980350"/>
            <a:ext cx="12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Imán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243975" y="2340900"/>
            <a:ext cx="137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Distancia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2355800" y="2340363"/>
            <a:ext cx="14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Ubicación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567225" y="594850"/>
            <a:ext cx="9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Brain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6984850" y="2841750"/>
            <a:ext cx="16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Parachoques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6708800" y="655263"/>
            <a:ext cx="16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Tren Motriz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875" y="778175"/>
            <a:ext cx="31813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/>
          <p:nvPr/>
        </p:nvSpPr>
        <p:spPr>
          <a:xfrm>
            <a:off x="243975" y="778175"/>
            <a:ext cx="3878400" cy="15225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4425" y="943950"/>
            <a:ext cx="1596670" cy="9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6650" y="1000775"/>
            <a:ext cx="2355806" cy="13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 rotWithShape="1">
          <a:blip r:embed="rId6">
            <a:alphaModFix/>
          </a:blip>
          <a:srcRect b="0" l="0" r="14369" t="0"/>
          <a:stretch/>
        </p:blipFill>
        <p:spPr>
          <a:xfrm>
            <a:off x="6934150" y="3343275"/>
            <a:ext cx="1938825" cy="12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 rotWithShape="1">
          <a:blip r:embed="rId7">
            <a:alphaModFix/>
          </a:blip>
          <a:srcRect b="58213" l="12365" r="0" t="0"/>
          <a:stretch/>
        </p:blipFill>
        <p:spPr>
          <a:xfrm>
            <a:off x="0" y="2802600"/>
            <a:ext cx="23558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 rotWithShape="1">
          <a:blip r:embed="rId8">
            <a:alphaModFix/>
          </a:blip>
          <a:srcRect b="0" l="5882" r="7620" t="0"/>
          <a:stretch/>
        </p:blipFill>
        <p:spPr>
          <a:xfrm>
            <a:off x="0" y="3492450"/>
            <a:ext cx="2412575" cy="135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3838" y="2802075"/>
            <a:ext cx="215265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77476" y="4161325"/>
            <a:ext cx="1746940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/>
        </p:nvSpPr>
        <p:spPr>
          <a:xfrm>
            <a:off x="4567225" y="1953863"/>
            <a:ext cx="14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Ocular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11">
            <a:alphaModFix/>
          </a:blip>
          <a:srcRect b="0" l="7080" r="0" t="0"/>
          <a:stretch/>
        </p:blipFill>
        <p:spPr>
          <a:xfrm>
            <a:off x="4636503" y="2339375"/>
            <a:ext cx="1938825" cy="8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45273" y="3224875"/>
            <a:ext cx="1841871" cy="12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51073" y="4662908"/>
            <a:ext cx="1681500" cy="39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/>
          <p:nvPr/>
        </p:nvSpPr>
        <p:spPr>
          <a:xfrm>
            <a:off x="4267075" y="717975"/>
            <a:ext cx="1746900" cy="12339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6632575" y="717975"/>
            <a:ext cx="2240400" cy="17145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2200" y="2432475"/>
            <a:ext cx="2412600" cy="2493300"/>
          </a:xfrm>
          <a:prstGeom prst="rect">
            <a:avLst/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2480075" y="2416500"/>
            <a:ext cx="2065800" cy="24933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4604625" y="2050800"/>
            <a:ext cx="1969200" cy="3036300"/>
          </a:xfrm>
          <a:prstGeom prst="rect">
            <a:avLst/>
          </a:prstGeom>
          <a:noFill/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6938150" y="2796000"/>
            <a:ext cx="2152800" cy="17145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490250" y="488250"/>
            <a:ext cx="8034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vamos a realizar un ejercicio evaluado de repaso, </a:t>
            </a:r>
            <a:r>
              <a:rPr lang="es-419"/>
              <a:t>dirígete</a:t>
            </a:r>
            <a:r>
              <a:rPr lang="es-419"/>
              <a:t> a la actividad evaluada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