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ea9419f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ea9419f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ea9419f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ea9419f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ea9419fe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ea9419fe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34a5a7e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34a5a7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34a5a7e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34a5a7e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34a5a7e6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34a5a7e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ea9419f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ea9419f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dea9419f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dea9419f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dea9419fe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dea9419f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MO4pXone5Eg" TargetMode="External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tinkercad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Inductores y </a:t>
            </a:r>
            <a:r>
              <a:rPr lang="es-419"/>
              <a:t>Motores de Corriente Continua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Inductores y Motores de Corriente Continua</a:t>
            </a:r>
            <a:endParaRPr/>
          </a:p>
        </p:txBody>
      </p:sp>
      <p:pic>
        <p:nvPicPr>
          <p:cNvPr descr="En este video veremos que como funciona un inductor o bobina y que es un inductor, ademas de las reglas que rigen su funcionamiento como la de Oersted, Faraday y Lenz&#10;&#10;Ayúdame a hacer mas y mejores videos! &#10;◉https://www.patreon.com/bunkermaker&#10;◉https://www.paypal.me/bunkermaker&#10;&#10;Camisetas del canal y más!&#10;◉https://teespring.com/es/stores/eduardo-pinones&#10;&#10;Mis Redes Sociales:&#10;◉ Facebook: https://www.facebook.com/BunkerMaker&#10;◉ Intagram: https://www.instagram.com/bunker_maker/&#10;&#10;Referencias del video:&#10;◉https://www.maximintegrated.com/jp/design/technical-documents/app-notes/6/6307.html&#10;◉https://byjus.com/physics/uses-of-inductor/&#10;◉https://www.ecured.cu/Inductancia&#10;◉https://es.wikipedia.org/wiki/Permeabilidad_magn%C3%A9tica&#10;&#10;¿Que software uso? &#10;◉ Animaciones 3D: Blender (https://www.blender.org/)&#10;◉ Edición y efectos 2D: Premiere Pro CC" id="74" name="Google Shape;74;p14" title="Cómo Funciona un Inductor ⚡ Qué es un Inducto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925" y="1724600"/>
            <a:ext cx="5986725" cy="33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 o Bobina: Aplicaciones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64475" y="1995450"/>
            <a:ext cx="30000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Como uno de los componentes pasivos básicos, los inductores tienen una rica historia en electrónica, desde arrancar motores hasta ayudar a suministrar energía a su hogar: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Almacén de energía.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Motores.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Filtros.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Sensores.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Transformadores.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475" y="1858563"/>
            <a:ext cx="5674725" cy="251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Motores CC en Tinkercad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525" y="1706850"/>
            <a:ext cx="5729350" cy="33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7279400" y="4124175"/>
            <a:ext cx="103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Starters Motor de CC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6"/>
          <p:cNvCxnSpPr>
            <a:stCxn id="88" idx="1"/>
          </p:cNvCxnSpPr>
          <p:nvPr/>
        </p:nvCxnSpPr>
        <p:spPr>
          <a:xfrm flipH="1">
            <a:off x="5700500" y="4539825"/>
            <a:ext cx="15789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6"/>
          <p:cNvSpPr txBox="1"/>
          <p:nvPr/>
        </p:nvSpPr>
        <p:spPr>
          <a:xfrm>
            <a:off x="7103975" y="2298775"/>
            <a:ext cx="18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Motor de Aficionado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91;p16"/>
          <p:cNvCxnSpPr>
            <a:stCxn id="90" idx="1"/>
          </p:cNvCxnSpPr>
          <p:nvPr/>
        </p:nvCxnSpPr>
        <p:spPr>
          <a:xfrm flipH="1">
            <a:off x="5371775" y="2498875"/>
            <a:ext cx="1732200" cy="2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6"/>
          <p:cNvSpPr txBox="1"/>
          <p:nvPr/>
        </p:nvSpPr>
        <p:spPr>
          <a:xfrm>
            <a:off x="623150" y="2098675"/>
            <a:ext cx="116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Motor de CC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" name="Google Shape;93;p16"/>
          <p:cNvCxnSpPr>
            <a:stCxn id="92" idx="3"/>
          </p:cNvCxnSpPr>
          <p:nvPr/>
        </p:nvCxnSpPr>
        <p:spPr>
          <a:xfrm flipH="1" rot="10800000">
            <a:off x="1786250" y="2364475"/>
            <a:ext cx="723900" cy="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71900" y="1919075"/>
            <a:ext cx="52029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primer lugar debes crearte una cuenta en el sitio web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TINKERCAD</a:t>
            </a:r>
            <a:endParaRPr/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el botón registrarse en la parte superior derecha.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estudiantes con código de clase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trabajará con Actividades por Clase, definidas por un único código de clase para el año escolar.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7"/>
          <p:cNvGrpSpPr/>
          <p:nvPr/>
        </p:nvGrpSpPr>
        <p:grpSpPr>
          <a:xfrm>
            <a:off x="3253949" y="3135000"/>
            <a:ext cx="1926226" cy="323100"/>
            <a:chOff x="7044099" y="2393500"/>
            <a:chExt cx="1926226" cy="323100"/>
          </a:xfrm>
        </p:grpSpPr>
        <p:pic>
          <p:nvPicPr>
            <p:cNvPr id="102" name="Google Shape;102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44099" y="2427025"/>
              <a:ext cx="1893100" cy="28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7"/>
            <p:cNvSpPr/>
            <p:nvPr/>
          </p:nvSpPr>
          <p:spPr>
            <a:xfrm>
              <a:off x="8234725" y="2393500"/>
              <a:ext cx="735600" cy="323100"/>
            </a:xfrm>
            <a:prstGeom prst="rect">
              <a:avLst/>
            </a:prstGeom>
            <a:noFill/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4" name="Google Shape;1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001" y="1949951"/>
            <a:ext cx="2649150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6323400" y="3485850"/>
            <a:ext cx="2149500" cy="3231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" name="Google Shape;106;p17"/>
          <p:cNvCxnSpPr>
            <a:endCxn id="105" idx="1"/>
          </p:cNvCxnSpPr>
          <p:nvPr/>
        </p:nvCxnSpPr>
        <p:spPr>
          <a:xfrm flipH="1" rot="10800000">
            <a:off x="5370600" y="3647400"/>
            <a:ext cx="952800" cy="399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01" y="3741225"/>
            <a:ext cx="5645323" cy="1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Únete a una clase.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Coloca el código de clase en el espacio en blanco señalado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código de la clase es: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985" y="1738325"/>
            <a:ext cx="2717390" cy="1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780700" y="2643175"/>
            <a:ext cx="2010900" cy="33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" name="Google Shape;117;p18"/>
          <p:cNvCxnSpPr>
            <a:endCxn id="116" idx="1"/>
          </p:cNvCxnSpPr>
          <p:nvPr/>
        </p:nvCxnSpPr>
        <p:spPr>
          <a:xfrm>
            <a:off x="2738100" y="2802025"/>
            <a:ext cx="3042600" cy="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/>
          <p:nvPr/>
        </p:nvCxnSpPr>
        <p:spPr>
          <a:xfrm>
            <a:off x="3359775" y="3205425"/>
            <a:ext cx="132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 las actividades de la clase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129475" y="1831325"/>
            <a:ext cx="3351600" cy="310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476" y="1876775"/>
            <a:ext cx="3351600" cy="306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4834850" y="2668850"/>
            <a:ext cx="3170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Realiza los montajes y responde las preguntas en la plataforma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75" y="1782075"/>
            <a:ext cx="6028274" cy="295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6500450" y="2057600"/>
            <a:ext cx="2401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 en la plataforma: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sucede al iniciar la simulación?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 el sentido o signo de giro?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Invierte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conexión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del motor con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batería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simula. ¿Notas un cambio?¿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50" y="3111150"/>
            <a:ext cx="49149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459775" y="2571750"/>
            <a:ext cx="525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correr la simulación le das click a la fotorresistencia, se activara una barra que indica luz y oscuridad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50" y="924925"/>
            <a:ext cx="4266125" cy="176778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2827975" y="763825"/>
            <a:ext cx="15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Fotorresistencia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" name="Google Shape;143;p21"/>
          <p:cNvCxnSpPr/>
          <p:nvPr/>
        </p:nvCxnSpPr>
        <p:spPr>
          <a:xfrm flipH="1" rot="10800000">
            <a:off x="3178825" y="1213400"/>
            <a:ext cx="87600" cy="3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1"/>
          <p:cNvCxnSpPr/>
          <p:nvPr/>
        </p:nvCxnSpPr>
        <p:spPr>
          <a:xfrm>
            <a:off x="3085675" y="3187350"/>
            <a:ext cx="718200" cy="53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1"/>
          <p:cNvCxnSpPr/>
          <p:nvPr/>
        </p:nvCxnSpPr>
        <p:spPr>
          <a:xfrm flipH="1">
            <a:off x="2904825" y="3099175"/>
            <a:ext cx="888000" cy="6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1"/>
          <p:cNvSpPr txBox="1"/>
          <p:nvPr/>
        </p:nvSpPr>
        <p:spPr>
          <a:xfrm>
            <a:off x="5590925" y="2024700"/>
            <a:ext cx="3091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Cual es el comportamiento del motor en oscuridad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Cual es el comportamiento del motor en presencia de luz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 la función de la fotorresistencia?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2827975" y="763825"/>
            <a:ext cx="151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250 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5448400" y="1694675"/>
            <a:ext cx="309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sucede al mover la rueda del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Describe el comportamiento del motor con 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Establece una similitud y una diferencia entre ambos circuitos.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694675"/>
            <a:ext cx="5286125" cy="28020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2"/>
          <p:cNvCxnSpPr>
            <a:stCxn id="152" idx="1"/>
          </p:cNvCxnSpPr>
          <p:nvPr/>
        </p:nvCxnSpPr>
        <p:spPr>
          <a:xfrm flipH="1">
            <a:off x="2718475" y="1071625"/>
            <a:ext cx="109500" cy="17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