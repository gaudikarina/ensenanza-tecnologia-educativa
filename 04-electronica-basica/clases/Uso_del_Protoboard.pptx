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Robo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Roboto-italic.fntdata"/><Relationship Id="rId10" Type="http://schemas.openxmlformats.org/officeDocument/2006/relationships/font" Target="fonts/Roboto-bold.fntdata"/><Relationship Id="rId12" Type="http://schemas.openxmlformats.org/officeDocument/2006/relationships/font" Target="fonts/Roboto-boldItalic.fntdata"/><Relationship Id="rId9"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94e01c1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94e01c1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eb430d5a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eb430d5a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ulsv7uxDZoc" TargetMode="External"/><Relationship Id="rId4" Type="http://schemas.openxmlformats.org/officeDocument/2006/relationships/image" Target="../media/image2.jp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Uso del Protoboard</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Tinkercad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Protoboard</a:t>
            </a:r>
            <a:endParaRPr/>
          </a:p>
        </p:txBody>
      </p:sp>
      <p:sp>
        <p:nvSpPr>
          <p:cNvPr id="74" name="Google Shape;74;p14"/>
          <p:cNvSpPr txBox="1"/>
          <p:nvPr/>
        </p:nvSpPr>
        <p:spPr>
          <a:xfrm>
            <a:off x="142775" y="1738075"/>
            <a:ext cx="3183300" cy="34152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s-419" sz="1150">
                <a:solidFill>
                  <a:srgbClr val="1D2125"/>
                </a:solidFill>
                <a:highlight>
                  <a:srgbClr val="FFFFFF"/>
                </a:highlight>
                <a:latin typeface="Roboto"/>
                <a:ea typeface="Roboto"/>
                <a:cs typeface="Roboto"/>
                <a:sym typeface="Roboto"/>
              </a:rPr>
              <a:t>Una placa de pruebas o placa de inserción (en inglés Protoboard) es un tablero con orificios que se encuentran conectados eléctricamente entre sí de manera interna, habitualmente siguiendo patrones de líneas, en el cual se pueden insertar componentes electrónicos y cables para el armado y prototipado de circuitos electrónicos y sistemas similares. Está hecho de dos materiales, un aislante, generalmente un plástico, y un conductor que conecta los diversos orificios entre sí. Uno de sus usos principales es la creación y comprobación de prototipos de circuitos electrónicos antes de llegar a la impresión mecánica del circuito en sistemas de producción comercial.</a:t>
            </a:r>
            <a:endParaRPr>
              <a:latin typeface="Roboto"/>
              <a:ea typeface="Roboto"/>
              <a:cs typeface="Roboto"/>
              <a:sym typeface="Roboto"/>
            </a:endParaRPr>
          </a:p>
        </p:txBody>
      </p:sp>
      <p:pic>
        <p:nvPicPr>
          <p:cNvPr descr="En este tutorial aprenderemos a utilizar una protoboard, tal como su nombre lo indica sirve para montar prototipos electronicos, utilizando un led, una resistencia de 220 ohmios y un arduino uno usaremos por primera vez nuestra protoboard.&#10;&#10;Puedes ayudar al canal para crear mas vídeos animados a través de Paypal:&#10;https://paypal.me/vtenlinea?locale.x=es_XC" id="75" name="Google Shape;75;p14" title="Como usar una Protoboard">
            <a:hlinkClick r:id="rId3"/>
          </p:cNvPr>
          <p:cNvPicPr preferRelativeResize="0"/>
          <p:nvPr/>
        </p:nvPicPr>
        <p:blipFill>
          <a:blip r:embed="rId4">
            <a:alphaModFix/>
          </a:blip>
          <a:stretch>
            <a:fillRect/>
          </a:stretch>
        </p:blipFill>
        <p:spPr>
          <a:xfrm>
            <a:off x="6769254" y="2627697"/>
            <a:ext cx="2281600" cy="1711203"/>
          </a:xfrm>
          <a:prstGeom prst="rect">
            <a:avLst/>
          </a:prstGeom>
          <a:noFill/>
          <a:ln>
            <a:noFill/>
          </a:ln>
        </p:spPr>
      </p:pic>
      <p:pic>
        <p:nvPicPr>
          <p:cNvPr id="76" name="Google Shape;76;p14"/>
          <p:cNvPicPr preferRelativeResize="0"/>
          <p:nvPr/>
        </p:nvPicPr>
        <p:blipFill>
          <a:blip r:embed="rId5">
            <a:alphaModFix/>
          </a:blip>
          <a:stretch>
            <a:fillRect/>
          </a:stretch>
        </p:blipFill>
        <p:spPr>
          <a:xfrm>
            <a:off x="3326075" y="1684913"/>
            <a:ext cx="3415200" cy="341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90250" y="488250"/>
            <a:ext cx="76809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Ahora vamos a hacer unos ejercicios en Tinkercad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