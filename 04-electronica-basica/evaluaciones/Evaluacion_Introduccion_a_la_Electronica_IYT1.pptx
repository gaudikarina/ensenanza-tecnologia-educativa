
<file path=[Content_Types].xml><?xml version="1.0" encoding="utf-8"?>
<Types xmlns="http://schemas.openxmlformats.org/package/2006/content-types">
  <Default ContentType="application/x-fontdata" Extension="fntdata"/>
  <Default ContentType="application/xml" Extension="xml"/>
  <Default ContentType="image/png" Extension="png"/>
  <Default ContentType="application/vnd.openxmlformats-officedocument.obfuscatedFont" Extension="odttf"/>
  <Default ContentType="application/vnd.openxmlformats-package.relationships+xml" Extension="rels"/>
  <Override ContentType="application/vnd.openxmlformats-officedocument.presentationml.notesSlide+xml" PartName="/ppt/notesSlides/notesSlide1.xml"/>
  <Override ContentType="application/vnd.openxmlformats-officedocument.presentationml.slideLayout+xml" PartName="/ppt/slideLayouts/slideLayout3.xml"/>
  <Override ContentType="application/vnd.openxmlformats-officedocument.presentationml.slideLayout+xml" PartName="/ppt/slideLayouts/slideLayout4.xml"/>
  <Override ContentType="application/vnd.openxmlformats-officedocument.presentationml.slideLayout+xml" PartName="/ppt/slideLayouts/slideLayout5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11.xml"/>
  <Override ContentType="application/vnd.openxmlformats-officedocument.presentationml.slideLayout+xml" PartName="/ppt/slideLayouts/slideLayout1.xml"/>
  <Override ContentType="application/vnd.openxmlformats-officedocument.presentationml.slideLayout+xml" PartName="/ppt/slideLayouts/slideLayout10.xml"/>
  <Override ContentType="application/vnd.openxmlformats-officedocument.presentationml.slideLayout+xml" PartName="/ppt/slideLayouts/slideLayout7.xml"/>
  <Override ContentType="application/vnd.openxmlformats-officedocument.presentationml.slideLayout+xml" PartName="/ppt/slideLayouts/slideLayout6.xml"/>
  <Override ContentType="application/vnd.openxmlformats-officedocument.presentationml.slideLayout+xml" PartName="/ppt/slideLayouts/slideLayout8.xml"/>
  <Override ContentType="application/vnd.openxmlformats-officedocument.presentationml.slideLayout+xml" PartName="/ppt/slideLayouts/slideLayout9.xml"/>
  <Override ContentType="application/vnd.openxmlformats-officedocument.presentationml.slideMaster+xml" PartName="/ppt/slideMasters/slideMaster1.xml"/>
  <Override ContentType="application/vnd.openxmlformats-officedocument.presentationml.slide+xml" PartName="/ppt/slides/slide1.xml"/>
  <Override ContentType="application/vnd.openxmlformats-officedocument.presentationml.notesMaster+xml" PartName="/ppt/notesMasters/notesMaster1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theme+xml" PartName="/ppt/theme/theme1.xml"/>
  <Override ContentType="application/vnd.openxmlformats-officedocument.theme+xml" PartName="/ppt/theme/theme2.xml"/>
  <Override ContentType="application/vnd.openxmlformats-officedocument.presentationml.viewProps+xml" PartName="/ppt/viewProps.xml"/>
</Types>
</file>

<file path=_rels/.rels><?xml version="1.0" encoding="UTF-8" standalone="yes"?><Relationships xmlns="http://schemas.openxmlformats.org/package/2006/relationships"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autoCompressPictures="0" embedTrueTypeFonts="1" strictFirstAndLastChars="0" saveSubsetFonts="1">
  <p:sldMasterIdLst>
    <p:sldMasterId id="2147483659" r:id="rId4"/>
  </p:sldMasterIdLst>
  <p:notesMasterIdLst>
    <p:notesMasterId r:id="rId5"/>
  </p:notesMasterIdLst>
  <p:sldIdLst>
    <p:sldId id="256" r:id="rId6"/>
  </p:sldIdLst>
  <p:sldSz cy="5143500" cx="9144000"/>
  <p:notesSz cx="6858000" cy="9144000"/>
  <p:embeddedFontLst>
    <p:embeddedFont>
      <p:font typeface="Roboto"/>
      <p:regular r:id="rId7"/>
      <p:bold r:id="rId8"/>
      <p:italic r:id="rId9"/>
      <p:boldItalic r:id="rId10"/>
    </p:embeddedFont>
  </p:embeddedFontLst>
  <p:defaultText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>
        <p15:guide id="1" orient="horz" pos="1620">
          <p15:clr>
            <a:srgbClr val="747775"/>
          </p15:clr>
        </p15:guide>
        <p15:guide id="2" pos="2880">
          <p15:clr>
            <a:srgbClr val="747775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/>
</file>

<file path=ppt/viewProps.xml><?xml version="1.0" encoding="utf-8"?>
<p:view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Comments="0">
  <p:slideViewPr>
    <p:cSldViewPr snapToGrid="0">
      <p:cViewPr varScale="1">
        <p:scale>
          <a:sx n="100" d="100"/>
          <a:sy n="100" d="100"/>
        </p:scale>
        <p:origin x="0" y="0"/>
      </p:cViewPr>
      <p:guideLst>
        <p:guide pos="1620" orient="horz"/>
        <p:guide pos="2880"/>
      </p:guideLst>
    </p:cSldViewPr>
  </p:slideViewPr>
</p:viewPr>
</file>

<file path=ppt/_rels/presentation.xml.rels><?xml version="1.0" encoding="UTF-8" standalone="yes"?><Relationships xmlns="http://schemas.openxmlformats.org/package/2006/relationships"><Relationship Id="rId1" Type="http://schemas.openxmlformats.org/officeDocument/2006/relationships/theme" Target="theme/theme1.xml"/><Relationship Id="rId2" Type="http://schemas.openxmlformats.org/officeDocument/2006/relationships/viewProps" Target="viewProps.xml"/><Relationship Id="rId3" Type="http://schemas.openxmlformats.org/officeDocument/2006/relationships/presProps" Target="presProps.xml"/><Relationship Id="rId4" Type="http://schemas.openxmlformats.org/officeDocument/2006/relationships/slideMaster" Target="slideMasters/slideMaster1.xml"/><Relationship Id="rId10" Type="http://schemas.openxmlformats.org/officeDocument/2006/relationships/font" Target="fonts/Roboto-boldItalic.fntdata"/><Relationship Id="rId9" Type="http://schemas.openxmlformats.org/officeDocument/2006/relationships/font" Target="fonts/Roboto-italic.fntdata"/><Relationship Id="rId5" Type="http://schemas.openxmlformats.org/officeDocument/2006/relationships/notesMaster" Target="notesMasters/notesMaster1.xml"/><Relationship Id="rId6" Type="http://schemas.openxmlformats.org/officeDocument/2006/relationships/slide" Target="slides/slide1.xml"/><Relationship Id="rId7" Type="http://schemas.openxmlformats.org/officeDocument/2006/relationships/font" Target="fonts/Roboto-regular.fntdata"/><Relationship Id="rId8" Type="http://schemas.openxmlformats.org/officeDocument/2006/relationships/font" Target="fonts/Roboto-bold.fntdata"/></Relationships>
</file>

<file path=ppt/notesMasters/_rels/notesMaster1.xml.rels><?xml version="1.0" encoding="UTF-8" standalone="yes"?>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/>
          <p:nvPr>
            <p:ph idx="2" type="sldImg"/>
          </p:nvPr>
        </p:nvSpPr>
        <p:spPr>
          <a:xfrm>
            <a:off x="381300" y="685800"/>
            <a:ext cx="609607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4" name="Google Shape;4;n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-298450" lvl="0" marL="4572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1pPr>
            <a:lvl2pPr indent="-298450" lvl="1" marL="9144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2pPr>
            <a:lvl3pPr indent="-298450" lvl="2" marL="13716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3pPr>
            <a:lvl4pPr indent="-298450" lvl="3" marL="18288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4pPr>
            <a:lvl5pPr indent="-298450" lvl="4" marL="22860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5pPr>
            <a:lvl6pPr indent="-298450" lvl="5" marL="27432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6pPr>
            <a:lvl7pPr indent="-298450" lvl="6" marL="32004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7pPr>
            <a:lvl8pPr indent="-298450" lvl="7" marL="36576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8pPr>
            <a:lvl9pPr indent="-298450" lvl="8" marL="41148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9pPr>
          </a:lstStyle>
          <a:p/>
        </p:txBody>
      </p:sp>
    </p:spTree>
  </p:cSld>
  <p:clrMap accent1="accent1" accent2="accent2" accent3="accent3" accent4="accent4" accent5="accent5" accent6="accent6" bg1="lt1" bg2="dk2" tx1="dk1" tx2="lt2" folHlink="folHlink" hlink="hlink"/>
  <p:notes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63" name="Shape 6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4" name="Google Shape;64;g1e1dfef7a0e_0_52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65" name="Google Shape;65;g1e1dfef7a0e_0_52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slideLayouts/_rels/slideLayout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slide" type="title">
  <p:cSld name="TITLE">
    <p:spTree>
      <p:nvGrpSpPr>
        <p:cNvPr id="9" name="Shape 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Google Shape;10;p2"/>
          <p:cNvSpPr/>
          <p:nvPr/>
        </p:nvSpPr>
        <p:spPr>
          <a:xfrm flipH="1">
            <a:off x="8246400" y="4245925"/>
            <a:ext cx="897600" cy="897600"/>
          </a:xfrm>
          <a:prstGeom prst="rtTriangle">
            <a:avLst/>
          </a:prstGeom>
          <a:solidFill>
            <a:schemeClr val="lt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1" name="Google Shape;11;p2"/>
          <p:cNvSpPr/>
          <p:nvPr/>
        </p:nvSpPr>
        <p:spPr>
          <a:xfrm flipH="1">
            <a:off x="8246400" y="4245875"/>
            <a:ext cx="897600" cy="897600"/>
          </a:xfrm>
          <a:prstGeom prst="round1Rect">
            <a:avLst>
              <a:gd fmla="val 16667" name="adj"/>
            </a:avLst>
          </a:prstGeom>
          <a:solidFill>
            <a:schemeClr val="lt1">
              <a:alpha val="68080"/>
            </a:schemeClr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2" name="Google Shape;12;p2"/>
          <p:cNvSpPr txBox="1"/>
          <p:nvPr>
            <p:ph type="ctrTitle"/>
          </p:nvPr>
        </p:nvSpPr>
        <p:spPr>
          <a:xfrm>
            <a:off x="390525" y="1819275"/>
            <a:ext cx="8222100" cy="9336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1pPr>
            <a:lvl2pPr lvl="1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2pPr>
            <a:lvl3pPr lvl="2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3pPr>
            <a:lvl4pPr lvl="3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4pPr>
            <a:lvl5pPr lvl="4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5pPr>
            <a:lvl6pPr lvl="5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6pPr>
            <a:lvl7pPr lvl="6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7pPr>
            <a:lvl8pPr lvl="7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8pPr>
            <a:lvl9pPr lvl="8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9pPr>
          </a:lstStyle>
          <a:p/>
        </p:txBody>
      </p:sp>
      <p:sp>
        <p:nvSpPr>
          <p:cNvPr id="13" name="Google Shape;13;p2"/>
          <p:cNvSpPr txBox="1"/>
          <p:nvPr>
            <p:ph idx="1" type="subTitle"/>
          </p:nvPr>
        </p:nvSpPr>
        <p:spPr>
          <a:xfrm>
            <a:off x="390525" y="2789130"/>
            <a:ext cx="8222100" cy="4329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>
                <a:solidFill>
                  <a:schemeClr val="lt1"/>
                </a:solidFill>
              </a:defRPr>
            </a:lvl1pPr>
            <a:lvl2pPr lvl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 sz="1800">
                <a:solidFill>
                  <a:schemeClr val="lt1"/>
                </a:solidFill>
              </a:defRPr>
            </a:lvl2pPr>
            <a:lvl3pPr lvl="2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 sz="1800">
                <a:solidFill>
                  <a:schemeClr val="lt1"/>
                </a:solidFill>
              </a:defRPr>
            </a:lvl3pPr>
            <a:lvl4pPr lvl="3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 sz="1800">
                <a:solidFill>
                  <a:schemeClr val="lt1"/>
                </a:solidFill>
              </a:defRPr>
            </a:lvl4pPr>
            <a:lvl5pPr lvl="4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 sz="1800">
                <a:solidFill>
                  <a:schemeClr val="lt1"/>
                </a:solidFill>
              </a:defRPr>
            </a:lvl5pPr>
            <a:lvl6pPr lvl="5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 sz="1800">
                <a:solidFill>
                  <a:schemeClr val="lt1"/>
                </a:solidFill>
              </a:defRPr>
            </a:lvl6pPr>
            <a:lvl7pPr lvl="6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 sz="1800">
                <a:solidFill>
                  <a:schemeClr val="lt1"/>
                </a:solidFill>
              </a:defRPr>
            </a:lvl7pPr>
            <a:lvl8pPr lvl="7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 sz="1800">
                <a:solidFill>
                  <a:schemeClr val="lt1"/>
                </a:solidFill>
              </a:defRPr>
            </a:lvl8pPr>
            <a:lvl9pPr lvl="8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 sz="1800">
                <a:solidFill>
                  <a:schemeClr val="lt1"/>
                </a:solidFill>
              </a:defRPr>
            </a:lvl9pPr>
          </a:lstStyle>
          <a:p/>
        </p:txBody>
      </p:sp>
      <p:sp>
        <p:nvSpPr>
          <p:cNvPr id="14" name="Google Shape;14;p2"/>
          <p:cNvSpPr txBox="1"/>
          <p:nvPr>
            <p:ph idx="12" type="sldNum"/>
          </p:nvPr>
        </p:nvSpPr>
        <p:spPr>
          <a:xfrm>
            <a:off x="8523541" y="4695623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-419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header" type="secHead">
  <p:cSld name="SECTION_HEADER">
    <p:spTree>
      <p:nvGrpSpPr>
        <p:cNvPr id="15" name="Shape 1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Google Shape;16;p3"/>
          <p:cNvSpPr txBox="1"/>
          <p:nvPr>
            <p:ph type="title"/>
          </p:nvPr>
        </p:nvSpPr>
        <p:spPr>
          <a:xfrm>
            <a:off x="460950" y="2065350"/>
            <a:ext cx="8222100" cy="10128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1pPr>
            <a:lvl2pPr lvl="1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2pPr>
            <a:lvl3pPr lvl="2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3pPr>
            <a:lvl4pPr lvl="3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4pPr>
            <a:lvl5pPr lvl="4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5pPr>
            <a:lvl6pPr lvl="5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6pPr>
            <a:lvl7pPr lvl="6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7pPr>
            <a:lvl8pPr lvl="7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8pPr>
            <a:lvl9pPr lvl="8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9pPr>
          </a:lstStyle>
          <a:p/>
        </p:txBody>
      </p:sp>
      <p:sp>
        <p:nvSpPr>
          <p:cNvPr id="17" name="Google Shape;17;p3"/>
          <p:cNvSpPr txBox="1"/>
          <p:nvPr>
            <p:ph idx="12" type="sldNum"/>
          </p:nvPr>
        </p:nvSpPr>
        <p:spPr>
          <a:xfrm>
            <a:off x="8523541" y="4695623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>
                <a:solidFill>
                  <a:schemeClr val="lt1"/>
                </a:solidFill>
              </a:defRPr>
            </a:lvl1pPr>
            <a:lvl2pPr lvl="1">
              <a:buNone/>
              <a:defRPr>
                <a:solidFill>
                  <a:schemeClr val="lt1"/>
                </a:solidFill>
              </a:defRPr>
            </a:lvl2pPr>
            <a:lvl3pPr lvl="2">
              <a:buNone/>
              <a:defRPr>
                <a:solidFill>
                  <a:schemeClr val="lt1"/>
                </a:solidFill>
              </a:defRPr>
            </a:lvl3pPr>
            <a:lvl4pPr lvl="3">
              <a:buNone/>
              <a:defRPr>
                <a:solidFill>
                  <a:schemeClr val="lt1"/>
                </a:solidFill>
              </a:defRPr>
            </a:lvl4pPr>
            <a:lvl5pPr lvl="4">
              <a:buNone/>
              <a:defRPr>
                <a:solidFill>
                  <a:schemeClr val="lt1"/>
                </a:solidFill>
              </a:defRPr>
            </a:lvl5pPr>
            <a:lvl6pPr lvl="5">
              <a:buNone/>
              <a:defRPr>
                <a:solidFill>
                  <a:schemeClr val="lt1"/>
                </a:solidFill>
              </a:defRPr>
            </a:lvl6pPr>
            <a:lvl7pPr lvl="6">
              <a:buNone/>
              <a:defRPr>
                <a:solidFill>
                  <a:schemeClr val="lt1"/>
                </a:solidFill>
              </a:defRPr>
            </a:lvl7pPr>
            <a:lvl8pPr lvl="7">
              <a:buNone/>
              <a:defRPr>
                <a:solidFill>
                  <a:schemeClr val="lt1"/>
                </a:solidFill>
              </a:defRPr>
            </a:lvl8pPr>
            <a:lvl9pPr lvl="8">
              <a:buNone/>
              <a:defRPr>
                <a:solidFill>
                  <a:schemeClr val="lt1"/>
                </a:solidFill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-419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body" type="tx">
  <p:cSld name="TITLE_AND_BODY">
    <p:spTree>
      <p:nvGrpSpPr>
        <p:cNvPr id="18" name="Shape 1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" name="Google Shape;19;p4"/>
          <p:cNvSpPr/>
          <p:nvPr/>
        </p:nvSpPr>
        <p:spPr>
          <a:xfrm flipH="1" rot="10800000">
            <a:off x="0" y="1686000"/>
            <a:ext cx="9144000" cy="3457500"/>
          </a:xfrm>
          <a:prstGeom prst="rect">
            <a:avLst/>
          </a:prstGeom>
          <a:solidFill>
            <a:schemeClr val="accent4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0" name="Google Shape;20;p4"/>
          <p:cNvSpPr/>
          <p:nvPr/>
        </p:nvSpPr>
        <p:spPr>
          <a:xfrm>
            <a:off x="0" y="1686000"/>
            <a:ext cx="9144000" cy="108600"/>
          </a:xfrm>
          <a:prstGeom prst="rect">
            <a:avLst/>
          </a:prstGeom>
          <a:gradFill>
            <a:gsLst>
              <a:gs pos="0">
                <a:srgbClr val="F9F9F9"/>
              </a:gs>
              <a:gs pos="36000">
                <a:srgbClr val="F9F9F9"/>
              </a:gs>
              <a:gs pos="80000">
                <a:srgbClr val="DEDEDE"/>
              </a:gs>
              <a:gs pos="100000">
                <a:srgbClr val="999999"/>
              </a:gs>
            </a:gsLst>
            <a:lin ang="16200038" scaled="0"/>
          </a:gra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1" name="Google Shape;21;p4"/>
          <p:cNvSpPr txBox="1"/>
          <p:nvPr>
            <p:ph type="title"/>
          </p:nvPr>
        </p:nvSpPr>
        <p:spPr>
          <a:xfrm>
            <a:off x="471900" y="738725"/>
            <a:ext cx="8222100" cy="7677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32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32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32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32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32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32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32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32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3200"/>
              <a:buNone/>
              <a:defRPr/>
            </a:lvl9pPr>
          </a:lstStyle>
          <a:p/>
        </p:txBody>
      </p:sp>
      <p:sp>
        <p:nvSpPr>
          <p:cNvPr id="22" name="Google Shape;22;p4"/>
          <p:cNvSpPr txBox="1"/>
          <p:nvPr>
            <p:ph idx="1" type="body"/>
          </p:nvPr>
        </p:nvSpPr>
        <p:spPr>
          <a:xfrm>
            <a:off x="471900" y="1919075"/>
            <a:ext cx="8222100" cy="2710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42900" lvl="0" marL="457200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23" name="Google Shape;23;p4"/>
          <p:cNvSpPr txBox="1"/>
          <p:nvPr>
            <p:ph idx="12" type="sldNum"/>
          </p:nvPr>
        </p:nvSpPr>
        <p:spPr>
          <a:xfrm>
            <a:off x="8523541" y="4695623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-419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two columns" type="twoColTx">
  <p:cSld name="TITLE_AND_TWO_COLUMNS">
    <p:spTree>
      <p:nvGrpSpPr>
        <p:cNvPr id="24" name="Shape 2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" name="Google Shape;25;p5"/>
          <p:cNvSpPr/>
          <p:nvPr/>
        </p:nvSpPr>
        <p:spPr>
          <a:xfrm flipH="1" rot="10800000">
            <a:off x="0" y="1686000"/>
            <a:ext cx="9144000" cy="3457500"/>
          </a:xfrm>
          <a:prstGeom prst="rect">
            <a:avLst/>
          </a:prstGeom>
          <a:solidFill>
            <a:schemeClr val="accent4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6" name="Google Shape;26;p5"/>
          <p:cNvSpPr/>
          <p:nvPr/>
        </p:nvSpPr>
        <p:spPr>
          <a:xfrm>
            <a:off x="0" y="1686000"/>
            <a:ext cx="9144000" cy="108600"/>
          </a:xfrm>
          <a:prstGeom prst="rect">
            <a:avLst/>
          </a:prstGeom>
          <a:gradFill>
            <a:gsLst>
              <a:gs pos="0">
                <a:srgbClr val="F9F9F9"/>
              </a:gs>
              <a:gs pos="36000">
                <a:srgbClr val="F9F9F9"/>
              </a:gs>
              <a:gs pos="80000">
                <a:srgbClr val="DEDEDE"/>
              </a:gs>
              <a:gs pos="100000">
                <a:srgbClr val="999999"/>
              </a:gs>
            </a:gsLst>
            <a:lin ang="16200038" scaled="0"/>
          </a:gra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7" name="Google Shape;27;p5"/>
          <p:cNvSpPr txBox="1"/>
          <p:nvPr>
            <p:ph type="title"/>
          </p:nvPr>
        </p:nvSpPr>
        <p:spPr>
          <a:xfrm>
            <a:off x="471900" y="738725"/>
            <a:ext cx="8222100" cy="7677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32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32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32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32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32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32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32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32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3200"/>
              <a:buNone/>
              <a:defRPr/>
            </a:lvl9pPr>
          </a:lstStyle>
          <a:p/>
        </p:txBody>
      </p:sp>
      <p:sp>
        <p:nvSpPr>
          <p:cNvPr id="28" name="Google Shape;28;p5"/>
          <p:cNvSpPr txBox="1"/>
          <p:nvPr>
            <p:ph idx="1" type="body"/>
          </p:nvPr>
        </p:nvSpPr>
        <p:spPr>
          <a:xfrm>
            <a:off x="471900" y="1919075"/>
            <a:ext cx="3999900" cy="2710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17500" lvl="0" marL="4572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29" name="Google Shape;29;p5"/>
          <p:cNvSpPr txBox="1"/>
          <p:nvPr>
            <p:ph idx="2" type="body"/>
          </p:nvPr>
        </p:nvSpPr>
        <p:spPr>
          <a:xfrm>
            <a:off x="4694250" y="1919075"/>
            <a:ext cx="3999900" cy="2710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17500" lvl="0" marL="4572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30" name="Google Shape;30;p5"/>
          <p:cNvSpPr txBox="1"/>
          <p:nvPr>
            <p:ph idx="12" type="sldNum"/>
          </p:nvPr>
        </p:nvSpPr>
        <p:spPr>
          <a:xfrm>
            <a:off x="8523541" y="4695623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-419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only" type="titleOnly">
  <p:cSld name="TITLE_ONLY">
    <p:spTree>
      <p:nvGrpSpPr>
        <p:cNvPr id="31" name="Shape 3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" name="Google Shape;32;p6"/>
          <p:cNvSpPr/>
          <p:nvPr/>
        </p:nvSpPr>
        <p:spPr>
          <a:xfrm flipH="1" rot="10800000">
            <a:off x="0" y="656400"/>
            <a:ext cx="9144000" cy="4487100"/>
          </a:xfrm>
          <a:prstGeom prst="rect">
            <a:avLst/>
          </a:prstGeom>
          <a:solidFill>
            <a:schemeClr val="accent4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3" name="Google Shape;33;p6"/>
          <p:cNvSpPr/>
          <p:nvPr/>
        </p:nvSpPr>
        <p:spPr>
          <a:xfrm>
            <a:off x="0" y="656350"/>
            <a:ext cx="9144000" cy="108600"/>
          </a:xfrm>
          <a:prstGeom prst="rect">
            <a:avLst/>
          </a:prstGeom>
          <a:gradFill>
            <a:gsLst>
              <a:gs pos="0">
                <a:srgbClr val="F9F9F9"/>
              </a:gs>
              <a:gs pos="36000">
                <a:srgbClr val="F9F9F9"/>
              </a:gs>
              <a:gs pos="80000">
                <a:srgbClr val="DEDEDE"/>
              </a:gs>
              <a:gs pos="100000">
                <a:srgbClr val="999999"/>
              </a:gs>
            </a:gsLst>
            <a:lin ang="16200038" scaled="0"/>
          </a:gra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4" name="Google Shape;34;p6"/>
          <p:cNvSpPr txBox="1"/>
          <p:nvPr>
            <p:ph type="title"/>
          </p:nvPr>
        </p:nvSpPr>
        <p:spPr>
          <a:xfrm>
            <a:off x="98250" y="16350"/>
            <a:ext cx="8826600" cy="6027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1pPr>
            <a:lvl2pPr lvl="1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2pPr>
            <a:lvl3pPr lvl="2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3pPr>
            <a:lvl4pPr lvl="3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4pPr>
            <a:lvl5pPr lvl="4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5pPr>
            <a:lvl6pPr lvl="5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6pPr>
            <a:lvl7pPr lvl="6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7pPr>
            <a:lvl8pPr lvl="7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8pPr>
            <a:lvl9pPr lvl="8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9pPr>
          </a:lstStyle>
          <a:p/>
        </p:txBody>
      </p:sp>
      <p:sp>
        <p:nvSpPr>
          <p:cNvPr id="35" name="Google Shape;35;p6"/>
          <p:cNvSpPr txBox="1"/>
          <p:nvPr>
            <p:ph idx="12" type="sldNum"/>
          </p:nvPr>
        </p:nvSpPr>
        <p:spPr>
          <a:xfrm>
            <a:off x="8523541" y="4695623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-419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One column text">
  <p:cSld name="ONE_COLUMN_TEXT">
    <p:spTree>
      <p:nvGrpSpPr>
        <p:cNvPr id="36" name="Shape 3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7" name="Google Shape;37;p7"/>
          <p:cNvSpPr txBox="1"/>
          <p:nvPr/>
        </p:nvSpPr>
        <p:spPr>
          <a:xfrm flipH="1" rot="10800000">
            <a:off x="3276600" y="25"/>
            <a:ext cx="5867400" cy="5143500"/>
          </a:xfrm>
          <a:prstGeom prst="rect">
            <a:avLst/>
          </a:prstGeom>
          <a:solidFill>
            <a:schemeClr val="accent4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8" name="Google Shape;38;p7"/>
          <p:cNvSpPr/>
          <p:nvPr/>
        </p:nvSpPr>
        <p:spPr>
          <a:xfrm rot="-5400000">
            <a:off x="759150" y="2517450"/>
            <a:ext cx="5143500" cy="108600"/>
          </a:xfrm>
          <a:prstGeom prst="rect">
            <a:avLst/>
          </a:prstGeom>
          <a:gradFill>
            <a:gsLst>
              <a:gs pos="0">
                <a:srgbClr val="F9F9F9"/>
              </a:gs>
              <a:gs pos="36000">
                <a:srgbClr val="F9F9F9"/>
              </a:gs>
              <a:gs pos="80000">
                <a:srgbClr val="DEDEDE"/>
              </a:gs>
              <a:gs pos="100000">
                <a:srgbClr val="999999"/>
              </a:gs>
            </a:gsLst>
            <a:lin ang="16200038" scaled="0"/>
          </a:gra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9" name="Google Shape;39;p7"/>
          <p:cNvSpPr txBox="1"/>
          <p:nvPr>
            <p:ph type="title"/>
          </p:nvPr>
        </p:nvSpPr>
        <p:spPr>
          <a:xfrm>
            <a:off x="226078" y="357800"/>
            <a:ext cx="2808000" cy="9534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1pPr>
            <a:lvl2pPr lvl="1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2pPr>
            <a:lvl3pPr lvl="2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3pPr>
            <a:lvl4pPr lvl="3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4pPr>
            <a:lvl5pPr lvl="4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5pPr>
            <a:lvl6pPr lvl="5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6pPr>
            <a:lvl7pPr lvl="6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7pPr>
            <a:lvl8pPr lvl="7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8pPr>
            <a:lvl9pPr lvl="8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9pPr>
          </a:lstStyle>
          <a:p/>
        </p:txBody>
      </p:sp>
      <p:sp>
        <p:nvSpPr>
          <p:cNvPr id="40" name="Google Shape;40;p7"/>
          <p:cNvSpPr txBox="1"/>
          <p:nvPr>
            <p:ph idx="1" type="body"/>
          </p:nvPr>
        </p:nvSpPr>
        <p:spPr>
          <a:xfrm>
            <a:off x="226075" y="1465800"/>
            <a:ext cx="2808000" cy="31635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04800" lvl="0" marL="4572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Char char="●"/>
              <a:defRPr sz="1200">
                <a:solidFill>
                  <a:schemeClr val="lt1"/>
                </a:solidFill>
              </a:defRPr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Char char="○"/>
              <a:defRPr sz="1200">
                <a:solidFill>
                  <a:schemeClr val="lt1"/>
                </a:solidFill>
              </a:defRPr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Char char="■"/>
              <a:defRPr sz="1200">
                <a:solidFill>
                  <a:schemeClr val="lt1"/>
                </a:solidFill>
              </a:defRPr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Char char="●"/>
              <a:defRPr sz="1200">
                <a:solidFill>
                  <a:schemeClr val="lt1"/>
                </a:solidFill>
              </a:defRPr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Char char="○"/>
              <a:defRPr sz="1200">
                <a:solidFill>
                  <a:schemeClr val="lt1"/>
                </a:solidFill>
              </a:defRPr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Char char="■"/>
              <a:defRPr sz="1200">
                <a:solidFill>
                  <a:schemeClr val="lt1"/>
                </a:solidFill>
              </a:defRPr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Char char="●"/>
              <a:defRPr sz="1200">
                <a:solidFill>
                  <a:schemeClr val="lt1"/>
                </a:solidFill>
              </a:defRPr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Char char="○"/>
              <a:defRPr sz="1200">
                <a:solidFill>
                  <a:schemeClr val="lt1"/>
                </a:solidFill>
              </a:defRPr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Char char="■"/>
              <a:defRPr sz="1200">
                <a:solidFill>
                  <a:schemeClr val="lt1"/>
                </a:solidFill>
              </a:defRPr>
            </a:lvl9pPr>
          </a:lstStyle>
          <a:p/>
        </p:txBody>
      </p:sp>
      <p:sp>
        <p:nvSpPr>
          <p:cNvPr id="41" name="Google Shape;41;p7"/>
          <p:cNvSpPr txBox="1"/>
          <p:nvPr>
            <p:ph idx="12" type="sldNum"/>
          </p:nvPr>
        </p:nvSpPr>
        <p:spPr>
          <a:xfrm>
            <a:off x="8523541" y="4695623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-419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Main point">
  <p:cSld name="MAIN_POINT">
    <p:spTree>
      <p:nvGrpSpPr>
        <p:cNvPr id="42" name="Shape 4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3" name="Google Shape;43;p8"/>
          <p:cNvSpPr txBox="1"/>
          <p:nvPr>
            <p:ph type="title"/>
          </p:nvPr>
        </p:nvSpPr>
        <p:spPr>
          <a:xfrm>
            <a:off x="490250" y="488250"/>
            <a:ext cx="6227100" cy="40908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6000"/>
              <a:buNone/>
              <a:defRPr sz="6000"/>
            </a:lvl1pPr>
            <a:lvl2pPr lvl="1">
              <a:spcBef>
                <a:spcPts val="0"/>
              </a:spcBef>
              <a:spcAft>
                <a:spcPts val="0"/>
              </a:spcAft>
              <a:buSzPts val="6000"/>
              <a:buNone/>
              <a:defRPr sz="6000"/>
            </a:lvl2pPr>
            <a:lvl3pPr lvl="2">
              <a:spcBef>
                <a:spcPts val="0"/>
              </a:spcBef>
              <a:spcAft>
                <a:spcPts val="0"/>
              </a:spcAft>
              <a:buSzPts val="6000"/>
              <a:buNone/>
              <a:defRPr sz="6000"/>
            </a:lvl3pPr>
            <a:lvl4pPr lvl="3">
              <a:spcBef>
                <a:spcPts val="0"/>
              </a:spcBef>
              <a:spcAft>
                <a:spcPts val="0"/>
              </a:spcAft>
              <a:buSzPts val="6000"/>
              <a:buNone/>
              <a:defRPr sz="6000"/>
            </a:lvl4pPr>
            <a:lvl5pPr lvl="4">
              <a:spcBef>
                <a:spcPts val="0"/>
              </a:spcBef>
              <a:spcAft>
                <a:spcPts val="0"/>
              </a:spcAft>
              <a:buSzPts val="6000"/>
              <a:buNone/>
              <a:defRPr sz="6000"/>
            </a:lvl5pPr>
            <a:lvl6pPr lvl="5">
              <a:spcBef>
                <a:spcPts val="0"/>
              </a:spcBef>
              <a:spcAft>
                <a:spcPts val="0"/>
              </a:spcAft>
              <a:buSzPts val="6000"/>
              <a:buNone/>
              <a:defRPr sz="6000"/>
            </a:lvl6pPr>
            <a:lvl7pPr lvl="6">
              <a:spcBef>
                <a:spcPts val="0"/>
              </a:spcBef>
              <a:spcAft>
                <a:spcPts val="0"/>
              </a:spcAft>
              <a:buSzPts val="6000"/>
              <a:buNone/>
              <a:defRPr sz="6000"/>
            </a:lvl7pPr>
            <a:lvl8pPr lvl="7">
              <a:spcBef>
                <a:spcPts val="0"/>
              </a:spcBef>
              <a:spcAft>
                <a:spcPts val="0"/>
              </a:spcAft>
              <a:buSzPts val="6000"/>
              <a:buNone/>
              <a:defRPr sz="6000"/>
            </a:lvl8pPr>
            <a:lvl9pPr lvl="8">
              <a:spcBef>
                <a:spcPts val="0"/>
              </a:spcBef>
              <a:spcAft>
                <a:spcPts val="0"/>
              </a:spcAft>
              <a:buSzPts val="6000"/>
              <a:buNone/>
              <a:defRPr sz="6000"/>
            </a:lvl9pPr>
          </a:lstStyle>
          <a:p/>
        </p:txBody>
      </p:sp>
      <p:sp>
        <p:nvSpPr>
          <p:cNvPr id="44" name="Google Shape;44;p8"/>
          <p:cNvSpPr txBox="1"/>
          <p:nvPr>
            <p:ph idx="12" type="sldNum"/>
          </p:nvPr>
        </p:nvSpPr>
        <p:spPr>
          <a:xfrm>
            <a:off x="8523541" y="4695623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>
                <a:solidFill>
                  <a:schemeClr val="lt1"/>
                </a:solidFill>
              </a:defRPr>
            </a:lvl1pPr>
            <a:lvl2pPr lvl="1">
              <a:buNone/>
              <a:defRPr>
                <a:solidFill>
                  <a:schemeClr val="lt1"/>
                </a:solidFill>
              </a:defRPr>
            </a:lvl2pPr>
            <a:lvl3pPr lvl="2">
              <a:buNone/>
              <a:defRPr>
                <a:solidFill>
                  <a:schemeClr val="lt1"/>
                </a:solidFill>
              </a:defRPr>
            </a:lvl3pPr>
            <a:lvl4pPr lvl="3">
              <a:buNone/>
              <a:defRPr>
                <a:solidFill>
                  <a:schemeClr val="lt1"/>
                </a:solidFill>
              </a:defRPr>
            </a:lvl4pPr>
            <a:lvl5pPr lvl="4">
              <a:buNone/>
              <a:defRPr>
                <a:solidFill>
                  <a:schemeClr val="lt1"/>
                </a:solidFill>
              </a:defRPr>
            </a:lvl5pPr>
            <a:lvl6pPr lvl="5">
              <a:buNone/>
              <a:defRPr>
                <a:solidFill>
                  <a:schemeClr val="lt1"/>
                </a:solidFill>
              </a:defRPr>
            </a:lvl6pPr>
            <a:lvl7pPr lvl="6">
              <a:buNone/>
              <a:defRPr>
                <a:solidFill>
                  <a:schemeClr val="lt1"/>
                </a:solidFill>
              </a:defRPr>
            </a:lvl7pPr>
            <a:lvl8pPr lvl="7">
              <a:buNone/>
              <a:defRPr>
                <a:solidFill>
                  <a:schemeClr val="lt1"/>
                </a:solidFill>
              </a:defRPr>
            </a:lvl8pPr>
            <a:lvl9pPr lvl="8">
              <a:buNone/>
              <a:defRPr>
                <a:solidFill>
                  <a:schemeClr val="lt1"/>
                </a:solidFill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-419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title and description">
  <p:cSld name="SECTION_TITLE_AND_DESCRIPTION">
    <p:spTree>
      <p:nvGrpSpPr>
        <p:cNvPr id="45" name="Shape 4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6" name="Google Shape;46;p9"/>
          <p:cNvSpPr/>
          <p:nvPr/>
        </p:nvSpPr>
        <p:spPr>
          <a:xfrm flipH="1">
            <a:off x="0" y="0"/>
            <a:ext cx="4572000" cy="5143500"/>
          </a:xfrm>
          <a:prstGeom prst="rect">
            <a:avLst/>
          </a:prstGeom>
          <a:solidFill>
            <a:schemeClr val="accent4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7" name="Google Shape;47;p9"/>
          <p:cNvSpPr/>
          <p:nvPr/>
        </p:nvSpPr>
        <p:spPr>
          <a:xfrm rot="5400000">
            <a:off x="1946425" y="2517750"/>
            <a:ext cx="5142900" cy="108600"/>
          </a:xfrm>
          <a:prstGeom prst="rect">
            <a:avLst/>
          </a:prstGeom>
          <a:gradFill>
            <a:gsLst>
              <a:gs pos="0">
                <a:srgbClr val="F9F9F9"/>
              </a:gs>
              <a:gs pos="36000">
                <a:srgbClr val="F9F9F9"/>
              </a:gs>
              <a:gs pos="80000">
                <a:srgbClr val="DEDEDE"/>
              </a:gs>
              <a:gs pos="100000">
                <a:srgbClr val="999999"/>
              </a:gs>
            </a:gsLst>
            <a:lin ang="16200038" scaled="0"/>
          </a:gra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8" name="Google Shape;48;p9"/>
          <p:cNvSpPr txBox="1"/>
          <p:nvPr>
            <p:ph type="title"/>
          </p:nvPr>
        </p:nvSpPr>
        <p:spPr>
          <a:xfrm>
            <a:off x="265500" y="1233175"/>
            <a:ext cx="4045200" cy="14823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4200"/>
              <a:buNone/>
              <a:defRPr sz="4200">
                <a:solidFill>
                  <a:schemeClr val="dk2"/>
                </a:solidFill>
              </a:defRPr>
            </a:lvl1pPr>
            <a:lvl2pPr lvl="1" algn="ct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4200"/>
              <a:buNone/>
              <a:defRPr sz="4200">
                <a:solidFill>
                  <a:schemeClr val="dk2"/>
                </a:solidFill>
              </a:defRPr>
            </a:lvl2pPr>
            <a:lvl3pPr lvl="2" algn="ct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4200"/>
              <a:buNone/>
              <a:defRPr sz="4200">
                <a:solidFill>
                  <a:schemeClr val="dk2"/>
                </a:solidFill>
              </a:defRPr>
            </a:lvl3pPr>
            <a:lvl4pPr lvl="3" algn="ct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4200"/>
              <a:buNone/>
              <a:defRPr sz="4200">
                <a:solidFill>
                  <a:schemeClr val="dk2"/>
                </a:solidFill>
              </a:defRPr>
            </a:lvl4pPr>
            <a:lvl5pPr lvl="4" algn="ct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4200"/>
              <a:buNone/>
              <a:defRPr sz="4200">
                <a:solidFill>
                  <a:schemeClr val="dk2"/>
                </a:solidFill>
              </a:defRPr>
            </a:lvl5pPr>
            <a:lvl6pPr lvl="5" algn="ct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4200"/>
              <a:buNone/>
              <a:defRPr sz="4200">
                <a:solidFill>
                  <a:schemeClr val="dk2"/>
                </a:solidFill>
              </a:defRPr>
            </a:lvl6pPr>
            <a:lvl7pPr lvl="6" algn="ct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4200"/>
              <a:buNone/>
              <a:defRPr sz="4200">
                <a:solidFill>
                  <a:schemeClr val="dk2"/>
                </a:solidFill>
              </a:defRPr>
            </a:lvl7pPr>
            <a:lvl8pPr lvl="7" algn="ct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4200"/>
              <a:buNone/>
              <a:defRPr sz="4200">
                <a:solidFill>
                  <a:schemeClr val="dk2"/>
                </a:solidFill>
              </a:defRPr>
            </a:lvl8pPr>
            <a:lvl9pPr lvl="8" algn="ct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4200"/>
              <a:buNone/>
              <a:defRPr sz="4200">
                <a:solidFill>
                  <a:schemeClr val="dk2"/>
                </a:solidFill>
              </a:defRPr>
            </a:lvl9pPr>
          </a:lstStyle>
          <a:p/>
        </p:txBody>
      </p:sp>
      <p:sp>
        <p:nvSpPr>
          <p:cNvPr id="49" name="Google Shape;49;p9"/>
          <p:cNvSpPr txBox="1"/>
          <p:nvPr>
            <p:ph idx="1" type="subTitle"/>
          </p:nvPr>
        </p:nvSpPr>
        <p:spPr>
          <a:xfrm>
            <a:off x="265500" y="2779467"/>
            <a:ext cx="4045200" cy="1235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9pPr>
          </a:lstStyle>
          <a:p/>
        </p:txBody>
      </p:sp>
      <p:sp>
        <p:nvSpPr>
          <p:cNvPr id="50" name="Google Shape;50;p9"/>
          <p:cNvSpPr txBox="1"/>
          <p:nvPr>
            <p:ph idx="2" type="body"/>
          </p:nvPr>
        </p:nvSpPr>
        <p:spPr>
          <a:xfrm>
            <a:off x="4939500" y="724200"/>
            <a:ext cx="3837000" cy="36951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indent="-342900" lvl="0" marL="4572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Char char="●"/>
              <a:defRPr>
                <a:solidFill>
                  <a:schemeClr val="lt1"/>
                </a:solidFill>
              </a:defRPr>
            </a:lvl1pPr>
            <a:lvl2pPr indent="-317500" lvl="1" marL="9144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Char char="○"/>
              <a:defRPr>
                <a:solidFill>
                  <a:schemeClr val="lt1"/>
                </a:solidFill>
              </a:defRPr>
            </a:lvl2pPr>
            <a:lvl3pPr indent="-317500" lvl="2" marL="13716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Char char="■"/>
              <a:defRPr>
                <a:solidFill>
                  <a:schemeClr val="lt1"/>
                </a:solidFill>
              </a:defRPr>
            </a:lvl3pPr>
            <a:lvl4pPr indent="-317500" lvl="3" marL="18288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Char char="●"/>
              <a:defRPr>
                <a:solidFill>
                  <a:schemeClr val="lt1"/>
                </a:solidFill>
              </a:defRPr>
            </a:lvl4pPr>
            <a:lvl5pPr indent="-317500" lvl="4" marL="22860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Char char="○"/>
              <a:defRPr>
                <a:solidFill>
                  <a:schemeClr val="lt1"/>
                </a:solidFill>
              </a:defRPr>
            </a:lvl5pPr>
            <a:lvl6pPr indent="-317500" lvl="5" marL="27432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Char char="■"/>
              <a:defRPr>
                <a:solidFill>
                  <a:schemeClr val="lt1"/>
                </a:solidFill>
              </a:defRPr>
            </a:lvl6pPr>
            <a:lvl7pPr indent="-317500" lvl="6" marL="32004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Char char="●"/>
              <a:defRPr>
                <a:solidFill>
                  <a:schemeClr val="lt1"/>
                </a:solidFill>
              </a:defRPr>
            </a:lvl7pPr>
            <a:lvl8pPr indent="-317500" lvl="7" marL="36576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Char char="○"/>
              <a:defRPr>
                <a:solidFill>
                  <a:schemeClr val="lt1"/>
                </a:solidFill>
              </a:defRPr>
            </a:lvl8pPr>
            <a:lvl9pPr indent="-317500" lvl="8" marL="41148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Char char="■"/>
              <a:defRPr>
                <a:solidFill>
                  <a:schemeClr val="lt1"/>
                </a:solidFill>
              </a:defRPr>
            </a:lvl9pPr>
          </a:lstStyle>
          <a:p/>
        </p:txBody>
      </p:sp>
      <p:sp>
        <p:nvSpPr>
          <p:cNvPr id="51" name="Google Shape;51;p9"/>
          <p:cNvSpPr txBox="1"/>
          <p:nvPr>
            <p:ph idx="12" type="sldNum"/>
          </p:nvPr>
        </p:nvSpPr>
        <p:spPr>
          <a:xfrm>
            <a:off x="8523541" y="4695623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>
                <a:solidFill>
                  <a:schemeClr val="lt1"/>
                </a:solidFill>
              </a:defRPr>
            </a:lvl1pPr>
            <a:lvl2pPr lvl="1">
              <a:buNone/>
              <a:defRPr>
                <a:solidFill>
                  <a:schemeClr val="lt1"/>
                </a:solidFill>
              </a:defRPr>
            </a:lvl2pPr>
            <a:lvl3pPr lvl="2">
              <a:buNone/>
              <a:defRPr>
                <a:solidFill>
                  <a:schemeClr val="lt1"/>
                </a:solidFill>
              </a:defRPr>
            </a:lvl3pPr>
            <a:lvl4pPr lvl="3">
              <a:buNone/>
              <a:defRPr>
                <a:solidFill>
                  <a:schemeClr val="lt1"/>
                </a:solidFill>
              </a:defRPr>
            </a:lvl4pPr>
            <a:lvl5pPr lvl="4">
              <a:buNone/>
              <a:defRPr>
                <a:solidFill>
                  <a:schemeClr val="lt1"/>
                </a:solidFill>
              </a:defRPr>
            </a:lvl5pPr>
            <a:lvl6pPr lvl="5">
              <a:buNone/>
              <a:defRPr>
                <a:solidFill>
                  <a:schemeClr val="lt1"/>
                </a:solidFill>
              </a:defRPr>
            </a:lvl6pPr>
            <a:lvl7pPr lvl="6">
              <a:buNone/>
              <a:defRPr>
                <a:solidFill>
                  <a:schemeClr val="lt1"/>
                </a:solidFill>
              </a:defRPr>
            </a:lvl7pPr>
            <a:lvl8pPr lvl="7">
              <a:buNone/>
              <a:defRPr>
                <a:solidFill>
                  <a:schemeClr val="lt1"/>
                </a:solidFill>
              </a:defRPr>
            </a:lvl8pPr>
            <a:lvl9pPr lvl="8">
              <a:buNone/>
              <a:defRPr>
                <a:solidFill>
                  <a:schemeClr val="lt1"/>
                </a:solidFill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-419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aption">
  <p:cSld name="CAPTION_ONLY">
    <p:spTree>
      <p:nvGrpSpPr>
        <p:cNvPr id="52" name="Shape 5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3" name="Google Shape;53;p10"/>
          <p:cNvSpPr txBox="1"/>
          <p:nvPr/>
        </p:nvSpPr>
        <p:spPr>
          <a:xfrm flipH="1" rot="10800000">
            <a:off x="0" y="0"/>
            <a:ext cx="9144000" cy="4695900"/>
          </a:xfrm>
          <a:prstGeom prst="rect">
            <a:avLst/>
          </a:prstGeom>
          <a:solidFill>
            <a:schemeClr val="accent4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4" name="Google Shape;54;p10"/>
          <p:cNvSpPr/>
          <p:nvPr/>
        </p:nvSpPr>
        <p:spPr>
          <a:xfrm flipH="1" rot="10800000">
            <a:off x="0" y="4622725"/>
            <a:ext cx="9144000" cy="74100"/>
          </a:xfrm>
          <a:prstGeom prst="rect">
            <a:avLst/>
          </a:prstGeom>
          <a:gradFill>
            <a:gsLst>
              <a:gs pos="0">
                <a:srgbClr val="F9F9F9"/>
              </a:gs>
              <a:gs pos="36000">
                <a:srgbClr val="F9F9F9"/>
              </a:gs>
              <a:gs pos="80000">
                <a:srgbClr val="DEDEDE"/>
              </a:gs>
              <a:gs pos="100000">
                <a:srgbClr val="999999"/>
              </a:gs>
            </a:gsLst>
            <a:lin ang="16200038" scaled="0"/>
          </a:gra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5" name="Google Shape;55;p10"/>
          <p:cNvSpPr txBox="1"/>
          <p:nvPr>
            <p:ph idx="1" type="body"/>
          </p:nvPr>
        </p:nvSpPr>
        <p:spPr>
          <a:xfrm>
            <a:off x="57150" y="4696825"/>
            <a:ext cx="8382000" cy="4467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indent="-228600" lvl="0" marL="4572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None/>
              <a:defRPr sz="1200">
                <a:solidFill>
                  <a:schemeClr val="lt1"/>
                </a:solidFill>
              </a:defRPr>
            </a:lvl1pPr>
          </a:lstStyle>
          <a:p/>
        </p:txBody>
      </p:sp>
      <p:sp>
        <p:nvSpPr>
          <p:cNvPr id="56" name="Google Shape;56;p10"/>
          <p:cNvSpPr txBox="1"/>
          <p:nvPr>
            <p:ph idx="12" type="sldNum"/>
          </p:nvPr>
        </p:nvSpPr>
        <p:spPr>
          <a:xfrm>
            <a:off x="8523541" y="4695623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>
                <a:solidFill>
                  <a:schemeClr val="lt1"/>
                </a:solidFill>
              </a:defRPr>
            </a:lvl1pPr>
            <a:lvl2pPr lvl="1">
              <a:buNone/>
              <a:defRPr>
                <a:solidFill>
                  <a:schemeClr val="lt1"/>
                </a:solidFill>
              </a:defRPr>
            </a:lvl2pPr>
            <a:lvl3pPr lvl="2">
              <a:buNone/>
              <a:defRPr>
                <a:solidFill>
                  <a:schemeClr val="lt1"/>
                </a:solidFill>
              </a:defRPr>
            </a:lvl3pPr>
            <a:lvl4pPr lvl="3">
              <a:buNone/>
              <a:defRPr>
                <a:solidFill>
                  <a:schemeClr val="lt1"/>
                </a:solidFill>
              </a:defRPr>
            </a:lvl4pPr>
            <a:lvl5pPr lvl="4">
              <a:buNone/>
              <a:defRPr>
                <a:solidFill>
                  <a:schemeClr val="lt1"/>
                </a:solidFill>
              </a:defRPr>
            </a:lvl5pPr>
            <a:lvl6pPr lvl="5">
              <a:buNone/>
              <a:defRPr>
                <a:solidFill>
                  <a:schemeClr val="lt1"/>
                </a:solidFill>
              </a:defRPr>
            </a:lvl6pPr>
            <a:lvl7pPr lvl="6">
              <a:buNone/>
              <a:defRPr>
                <a:solidFill>
                  <a:schemeClr val="lt1"/>
                </a:solidFill>
              </a:defRPr>
            </a:lvl7pPr>
            <a:lvl8pPr lvl="7">
              <a:buNone/>
              <a:defRPr>
                <a:solidFill>
                  <a:schemeClr val="lt1"/>
                </a:solidFill>
              </a:defRPr>
            </a:lvl8pPr>
            <a:lvl9pPr lvl="8">
              <a:buNone/>
              <a:defRPr>
                <a:solidFill>
                  <a:schemeClr val="lt1"/>
                </a:solidFill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-419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ig number">
  <p:cSld name="BIG_NUMBER">
    <p:bg>
      <p:bgPr>
        <a:solidFill>
          <a:schemeClr val="accent4"/>
        </a:solidFill>
      </p:bgPr>
    </p:bg>
    <p:spTree>
      <p:nvGrpSpPr>
        <p:cNvPr id="57" name="Shape 5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8" name="Google Shape;58;p11"/>
          <p:cNvSpPr txBox="1"/>
          <p:nvPr>
            <p:ph hasCustomPrompt="1" type="title"/>
          </p:nvPr>
        </p:nvSpPr>
        <p:spPr>
          <a:xfrm>
            <a:off x="475500" y="1258525"/>
            <a:ext cx="8222100" cy="19635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2000"/>
              <a:buNone/>
              <a:defRPr sz="12000">
                <a:solidFill>
                  <a:schemeClr val="dk2"/>
                </a:solidFill>
              </a:defRPr>
            </a:lvl1pPr>
            <a:lvl2pPr lvl="1" algn="ct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2000"/>
              <a:buNone/>
              <a:defRPr sz="12000">
                <a:solidFill>
                  <a:schemeClr val="dk2"/>
                </a:solidFill>
              </a:defRPr>
            </a:lvl2pPr>
            <a:lvl3pPr lvl="2" algn="ct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2000"/>
              <a:buNone/>
              <a:defRPr sz="12000">
                <a:solidFill>
                  <a:schemeClr val="dk2"/>
                </a:solidFill>
              </a:defRPr>
            </a:lvl3pPr>
            <a:lvl4pPr lvl="3" algn="ct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2000"/>
              <a:buNone/>
              <a:defRPr sz="12000">
                <a:solidFill>
                  <a:schemeClr val="dk2"/>
                </a:solidFill>
              </a:defRPr>
            </a:lvl4pPr>
            <a:lvl5pPr lvl="4" algn="ct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2000"/>
              <a:buNone/>
              <a:defRPr sz="12000">
                <a:solidFill>
                  <a:schemeClr val="dk2"/>
                </a:solidFill>
              </a:defRPr>
            </a:lvl5pPr>
            <a:lvl6pPr lvl="5" algn="ct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2000"/>
              <a:buNone/>
              <a:defRPr sz="12000">
                <a:solidFill>
                  <a:schemeClr val="dk2"/>
                </a:solidFill>
              </a:defRPr>
            </a:lvl6pPr>
            <a:lvl7pPr lvl="6" algn="ct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2000"/>
              <a:buNone/>
              <a:defRPr sz="12000">
                <a:solidFill>
                  <a:schemeClr val="dk2"/>
                </a:solidFill>
              </a:defRPr>
            </a:lvl7pPr>
            <a:lvl8pPr lvl="7" algn="ct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2000"/>
              <a:buNone/>
              <a:defRPr sz="12000">
                <a:solidFill>
                  <a:schemeClr val="dk2"/>
                </a:solidFill>
              </a:defRPr>
            </a:lvl8pPr>
            <a:lvl9pPr lvl="8" algn="ct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2000"/>
              <a:buNone/>
              <a:defRPr sz="12000">
                <a:solidFill>
                  <a:schemeClr val="dk2"/>
                </a:solidFill>
              </a:defRPr>
            </a:lvl9pPr>
          </a:lstStyle>
          <a:p>
            <a:r>
              <a:t>xx%</a:t>
            </a:r>
          </a:p>
        </p:txBody>
      </p:sp>
      <p:sp>
        <p:nvSpPr>
          <p:cNvPr id="59" name="Google Shape;59;p11"/>
          <p:cNvSpPr txBox="1"/>
          <p:nvPr>
            <p:ph idx="1" type="body"/>
          </p:nvPr>
        </p:nvSpPr>
        <p:spPr>
          <a:xfrm>
            <a:off x="475500" y="3304625"/>
            <a:ext cx="8222100" cy="1300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42900" lvl="0" marL="457200" algn="ctr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 algn="ctr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 algn="ctr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60" name="Google Shape;60;p11"/>
          <p:cNvSpPr txBox="1"/>
          <p:nvPr>
            <p:ph idx="12" type="sldNum"/>
          </p:nvPr>
        </p:nvSpPr>
        <p:spPr>
          <a:xfrm>
            <a:off x="8523541" y="4695623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-419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lank" type="blank">
  <p:cSld name="BLANK">
    <p:bg>
      <p:bgPr>
        <a:solidFill>
          <a:schemeClr val="accent4"/>
        </a:solidFill>
      </p:bgPr>
    </p:bg>
    <p:spTree>
      <p:nvGrpSpPr>
        <p:cNvPr id="61" name="Shape 6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2" name="Google Shape;62;p12"/>
          <p:cNvSpPr txBox="1"/>
          <p:nvPr>
            <p:ph idx="12" type="sldNum"/>
          </p:nvPr>
        </p:nvSpPr>
        <p:spPr>
          <a:xfrm>
            <a:off x="8523541" y="4695623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-419"/>
              <a:t>‹#›</a:t>
            </a:fld>
            <a:endParaRPr/>
          </a:p>
        </p:txBody>
      </p:sp>
    </p:spTree>
  </p:cSld>
  <p:clrMapOvr>
    <a:masterClrMapping/>
  </p:clrMapOvr>
</p:sldLayout>
</file>

<file path=ppt/slideMasters/_rels/slideMaster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11" Type="http://schemas.openxmlformats.org/officeDocument/2006/relationships/slideLayout" Target="../slideLayouts/slideLayout11.xml"/><Relationship Id="rId10" Type="http://schemas.openxmlformats.org/officeDocument/2006/relationships/slideLayout" Target="../slideLayouts/slideLayout10.xml"/><Relationship Id="rId12" Type="http://schemas.openxmlformats.org/officeDocument/2006/relationships/theme" Target="../theme/theme1.xml"/><Relationship Id="rId9" Type="http://schemas.openxmlformats.org/officeDocument/2006/relationships/slideLayout" Target="../slideLayouts/slideLayout9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/Relationships>
</file>

<file path=ppt/slideMasters/slideMaster1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 name="material">
    <p:bg>
      <p:bgPr>
        <a:solidFill>
          <a:schemeClr val="dk1"/>
        </a:solidFill>
      </p:bgPr>
    </p:bg>
    <p:spTree>
      <p:nvGrpSpPr>
        <p:cNvPr id="5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p1"/>
          <p:cNvSpPr txBox="1"/>
          <p:nvPr>
            <p:ph type="title"/>
          </p:nvPr>
        </p:nvSpPr>
        <p:spPr>
          <a:xfrm>
            <a:off x="471900" y="738725"/>
            <a:ext cx="8222100" cy="767700"/>
          </a:xfrm>
          <a:prstGeom prst="rect">
            <a:avLst/>
          </a:prstGeom>
          <a:noFill/>
          <a:ln>
            <a:noFill/>
          </a:ln>
        </p:spPr>
        <p:txBody>
          <a:bodyPr anchorCtr="0" anchor="b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200"/>
              <a:buFont typeface="Roboto"/>
              <a:buNone/>
              <a:defRPr sz="3200">
                <a:solidFill>
                  <a:schemeClr val="lt1"/>
                </a:solidFill>
                <a:latin typeface="Roboto"/>
                <a:ea typeface="Roboto"/>
                <a:cs typeface="Roboto"/>
                <a:sym typeface="Roboto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200"/>
              <a:buFont typeface="Roboto"/>
              <a:buNone/>
              <a:defRPr sz="3200">
                <a:solidFill>
                  <a:schemeClr val="lt1"/>
                </a:solidFill>
                <a:latin typeface="Roboto"/>
                <a:ea typeface="Roboto"/>
                <a:cs typeface="Roboto"/>
                <a:sym typeface="Roboto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200"/>
              <a:buFont typeface="Roboto"/>
              <a:buNone/>
              <a:defRPr sz="3200">
                <a:solidFill>
                  <a:schemeClr val="lt1"/>
                </a:solidFill>
                <a:latin typeface="Roboto"/>
                <a:ea typeface="Roboto"/>
                <a:cs typeface="Roboto"/>
                <a:sym typeface="Roboto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200"/>
              <a:buFont typeface="Roboto"/>
              <a:buNone/>
              <a:defRPr sz="3200">
                <a:solidFill>
                  <a:schemeClr val="lt1"/>
                </a:solidFill>
                <a:latin typeface="Roboto"/>
                <a:ea typeface="Roboto"/>
                <a:cs typeface="Roboto"/>
                <a:sym typeface="Roboto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200"/>
              <a:buFont typeface="Roboto"/>
              <a:buNone/>
              <a:defRPr sz="3200">
                <a:solidFill>
                  <a:schemeClr val="lt1"/>
                </a:solidFill>
                <a:latin typeface="Roboto"/>
                <a:ea typeface="Roboto"/>
                <a:cs typeface="Roboto"/>
                <a:sym typeface="Roboto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200"/>
              <a:buFont typeface="Roboto"/>
              <a:buNone/>
              <a:defRPr sz="3200">
                <a:solidFill>
                  <a:schemeClr val="lt1"/>
                </a:solidFill>
                <a:latin typeface="Roboto"/>
                <a:ea typeface="Roboto"/>
                <a:cs typeface="Roboto"/>
                <a:sym typeface="Roboto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200"/>
              <a:buFont typeface="Roboto"/>
              <a:buNone/>
              <a:defRPr sz="3200">
                <a:solidFill>
                  <a:schemeClr val="lt1"/>
                </a:solidFill>
                <a:latin typeface="Roboto"/>
                <a:ea typeface="Roboto"/>
                <a:cs typeface="Roboto"/>
                <a:sym typeface="Roboto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200"/>
              <a:buFont typeface="Roboto"/>
              <a:buNone/>
              <a:defRPr sz="3200">
                <a:solidFill>
                  <a:schemeClr val="lt1"/>
                </a:solidFill>
                <a:latin typeface="Roboto"/>
                <a:ea typeface="Roboto"/>
                <a:cs typeface="Roboto"/>
                <a:sym typeface="Roboto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200"/>
              <a:buFont typeface="Roboto"/>
              <a:buNone/>
              <a:defRPr sz="3200">
                <a:solidFill>
                  <a:schemeClr val="lt1"/>
                </a:solidFill>
                <a:latin typeface="Roboto"/>
                <a:ea typeface="Roboto"/>
                <a:cs typeface="Roboto"/>
                <a:sym typeface="Roboto"/>
              </a:defRPr>
            </a:lvl9pPr>
          </a:lstStyle>
          <a:p/>
        </p:txBody>
      </p:sp>
      <p:sp>
        <p:nvSpPr>
          <p:cNvPr id="7" name="Google Shape;7;p1"/>
          <p:cNvSpPr txBox="1"/>
          <p:nvPr>
            <p:ph idx="1" type="body"/>
          </p:nvPr>
        </p:nvSpPr>
        <p:spPr>
          <a:xfrm>
            <a:off x="471900" y="1919075"/>
            <a:ext cx="8222100" cy="2710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indent="-342900" lvl="0" marL="4572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800"/>
              <a:buFont typeface="Roboto"/>
              <a:buChar char="●"/>
              <a:defRPr sz="1800">
                <a:solidFill>
                  <a:schemeClr val="lt2"/>
                </a:solidFill>
                <a:latin typeface="Roboto"/>
                <a:ea typeface="Roboto"/>
                <a:cs typeface="Roboto"/>
                <a:sym typeface="Roboto"/>
              </a:defRPr>
            </a:lvl1pPr>
            <a:lvl2pPr indent="-317500" lvl="1" marL="9144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400"/>
              <a:buFont typeface="Roboto"/>
              <a:buChar char="○"/>
              <a:defRPr>
                <a:solidFill>
                  <a:schemeClr val="lt2"/>
                </a:solidFill>
                <a:latin typeface="Roboto"/>
                <a:ea typeface="Roboto"/>
                <a:cs typeface="Roboto"/>
                <a:sym typeface="Roboto"/>
              </a:defRPr>
            </a:lvl2pPr>
            <a:lvl3pPr indent="-317500" lvl="2" marL="13716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400"/>
              <a:buFont typeface="Roboto"/>
              <a:buChar char="■"/>
              <a:defRPr>
                <a:solidFill>
                  <a:schemeClr val="lt2"/>
                </a:solidFill>
                <a:latin typeface="Roboto"/>
                <a:ea typeface="Roboto"/>
                <a:cs typeface="Roboto"/>
                <a:sym typeface="Roboto"/>
              </a:defRPr>
            </a:lvl3pPr>
            <a:lvl4pPr indent="-317500" lvl="3" marL="18288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400"/>
              <a:buFont typeface="Roboto"/>
              <a:buChar char="●"/>
              <a:defRPr>
                <a:solidFill>
                  <a:schemeClr val="lt2"/>
                </a:solidFill>
                <a:latin typeface="Roboto"/>
                <a:ea typeface="Roboto"/>
                <a:cs typeface="Roboto"/>
                <a:sym typeface="Roboto"/>
              </a:defRPr>
            </a:lvl4pPr>
            <a:lvl5pPr indent="-317500" lvl="4" marL="22860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400"/>
              <a:buFont typeface="Roboto"/>
              <a:buChar char="○"/>
              <a:defRPr>
                <a:solidFill>
                  <a:schemeClr val="lt2"/>
                </a:solidFill>
                <a:latin typeface="Roboto"/>
                <a:ea typeface="Roboto"/>
                <a:cs typeface="Roboto"/>
                <a:sym typeface="Roboto"/>
              </a:defRPr>
            </a:lvl5pPr>
            <a:lvl6pPr indent="-317500" lvl="5" marL="27432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400"/>
              <a:buFont typeface="Roboto"/>
              <a:buChar char="■"/>
              <a:defRPr>
                <a:solidFill>
                  <a:schemeClr val="lt2"/>
                </a:solidFill>
                <a:latin typeface="Roboto"/>
                <a:ea typeface="Roboto"/>
                <a:cs typeface="Roboto"/>
                <a:sym typeface="Roboto"/>
              </a:defRPr>
            </a:lvl6pPr>
            <a:lvl7pPr indent="-317500" lvl="6" marL="32004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400"/>
              <a:buFont typeface="Roboto"/>
              <a:buChar char="●"/>
              <a:defRPr>
                <a:solidFill>
                  <a:schemeClr val="lt2"/>
                </a:solidFill>
                <a:latin typeface="Roboto"/>
                <a:ea typeface="Roboto"/>
                <a:cs typeface="Roboto"/>
                <a:sym typeface="Roboto"/>
              </a:defRPr>
            </a:lvl7pPr>
            <a:lvl8pPr indent="-317500" lvl="7" marL="36576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400"/>
              <a:buFont typeface="Roboto"/>
              <a:buChar char="○"/>
              <a:defRPr>
                <a:solidFill>
                  <a:schemeClr val="lt2"/>
                </a:solidFill>
                <a:latin typeface="Roboto"/>
                <a:ea typeface="Roboto"/>
                <a:cs typeface="Roboto"/>
                <a:sym typeface="Roboto"/>
              </a:defRPr>
            </a:lvl8pPr>
            <a:lvl9pPr indent="-317500" lvl="8" marL="41148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400"/>
              <a:buFont typeface="Roboto"/>
              <a:buChar char="■"/>
              <a:defRPr>
                <a:solidFill>
                  <a:schemeClr val="lt2"/>
                </a:solidFill>
                <a:latin typeface="Roboto"/>
                <a:ea typeface="Roboto"/>
                <a:cs typeface="Roboto"/>
                <a:sym typeface="Roboto"/>
              </a:defRPr>
            </a:lvl9pPr>
          </a:lstStyle>
          <a:p/>
        </p:txBody>
      </p:sp>
      <p:sp>
        <p:nvSpPr>
          <p:cNvPr id="8" name="Google Shape;8;p1"/>
          <p:cNvSpPr txBox="1"/>
          <p:nvPr>
            <p:ph idx="12" type="sldNum"/>
          </p:nvPr>
        </p:nvSpPr>
        <p:spPr>
          <a:xfrm>
            <a:off x="8523541" y="4695623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lvl="0" algn="r">
              <a:buNone/>
              <a:defRPr sz="1000">
                <a:solidFill>
                  <a:schemeClr val="lt2"/>
                </a:solidFill>
                <a:latin typeface="Roboto"/>
                <a:ea typeface="Roboto"/>
                <a:cs typeface="Roboto"/>
                <a:sym typeface="Roboto"/>
              </a:defRPr>
            </a:lvl1pPr>
            <a:lvl2pPr lvl="1" algn="r">
              <a:buNone/>
              <a:defRPr sz="1000">
                <a:solidFill>
                  <a:schemeClr val="lt2"/>
                </a:solidFill>
                <a:latin typeface="Roboto"/>
                <a:ea typeface="Roboto"/>
                <a:cs typeface="Roboto"/>
                <a:sym typeface="Roboto"/>
              </a:defRPr>
            </a:lvl2pPr>
            <a:lvl3pPr lvl="2" algn="r">
              <a:buNone/>
              <a:defRPr sz="1000">
                <a:solidFill>
                  <a:schemeClr val="lt2"/>
                </a:solidFill>
                <a:latin typeface="Roboto"/>
                <a:ea typeface="Roboto"/>
                <a:cs typeface="Roboto"/>
                <a:sym typeface="Roboto"/>
              </a:defRPr>
            </a:lvl3pPr>
            <a:lvl4pPr lvl="3" algn="r">
              <a:buNone/>
              <a:defRPr sz="1000">
                <a:solidFill>
                  <a:schemeClr val="lt2"/>
                </a:solidFill>
                <a:latin typeface="Roboto"/>
                <a:ea typeface="Roboto"/>
                <a:cs typeface="Roboto"/>
                <a:sym typeface="Roboto"/>
              </a:defRPr>
            </a:lvl4pPr>
            <a:lvl5pPr lvl="4" algn="r">
              <a:buNone/>
              <a:defRPr sz="1000">
                <a:solidFill>
                  <a:schemeClr val="lt2"/>
                </a:solidFill>
                <a:latin typeface="Roboto"/>
                <a:ea typeface="Roboto"/>
                <a:cs typeface="Roboto"/>
                <a:sym typeface="Roboto"/>
              </a:defRPr>
            </a:lvl5pPr>
            <a:lvl6pPr lvl="5" algn="r">
              <a:buNone/>
              <a:defRPr sz="1000">
                <a:solidFill>
                  <a:schemeClr val="lt2"/>
                </a:solidFill>
                <a:latin typeface="Roboto"/>
                <a:ea typeface="Roboto"/>
                <a:cs typeface="Roboto"/>
                <a:sym typeface="Roboto"/>
              </a:defRPr>
            </a:lvl6pPr>
            <a:lvl7pPr lvl="6" algn="r">
              <a:buNone/>
              <a:defRPr sz="1000">
                <a:solidFill>
                  <a:schemeClr val="lt2"/>
                </a:solidFill>
                <a:latin typeface="Roboto"/>
                <a:ea typeface="Roboto"/>
                <a:cs typeface="Roboto"/>
                <a:sym typeface="Roboto"/>
              </a:defRPr>
            </a:lvl7pPr>
            <a:lvl8pPr lvl="7" algn="r">
              <a:buNone/>
              <a:defRPr sz="1000">
                <a:solidFill>
                  <a:schemeClr val="lt2"/>
                </a:solidFill>
                <a:latin typeface="Roboto"/>
                <a:ea typeface="Roboto"/>
                <a:cs typeface="Roboto"/>
                <a:sym typeface="Roboto"/>
              </a:defRPr>
            </a:lvl8pPr>
            <a:lvl9pPr lvl="8" algn="r">
              <a:buNone/>
              <a:defRPr sz="1000">
                <a:solidFill>
                  <a:schemeClr val="lt2"/>
                </a:solidFill>
                <a:latin typeface="Roboto"/>
                <a:ea typeface="Roboto"/>
                <a:cs typeface="Roboto"/>
                <a:sym typeface="Roboto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-419"/>
              <a:t>‹#›</a:t>
            </a:fld>
            <a:endParaRPr/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sldLayoutIdLst>
    <p:sldLayoutId id="2147483648" r:id="rId1"/>
    <p:sldLayoutId id="2147483649" r:id="rId2"/>
    <p:sldLayoutId id="2147483650" r:id="rId3"/>
    <p:sldLayoutId id="2147483651" r:id="rId4"/>
    <p:sldLayoutId id="2147483652" r:id="rId5"/>
    <p:sldLayoutId id="2147483653" r:id="rId6"/>
    <p:sldLayoutId id="2147483654" r:id="rId7"/>
    <p:sldLayoutId id="2147483655" r:id="rId8"/>
    <p:sldLayoutId id="2147483656" r:id="rId9"/>
    <p:sldLayoutId id="2147483657" r:id="rId10"/>
    <p:sldLayoutId id="2147483658" r:id="rId11"/>
  </p:sldLayoutIdLst>
  <p:hf dt="0" ftr="0" hdr="0" sldNum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5.xml"/><Relationship Id="rId2" Type="http://schemas.openxmlformats.org/officeDocument/2006/relationships/notesSlide" Target="../notesSlides/notesSlide1.xml"/><Relationship Id="rId3" Type="http://schemas.openxmlformats.org/officeDocument/2006/relationships/hyperlink" Target="https://scratch.mit.edu/projects/655827538" TargetMode="External"/><Relationship Id="rId4" Type="http://schemas.openxmlformats.org/officeDocument/2006/relationships/image" Target="../media/image1.png"/></Relationships>
</file>

<file path=ppt/slides/slide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66" name="Shape 6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7" name="Google Shape;67;p13"/>
          <p:cNvSpPr txBox="1"/>
          <p:nvPr>
            <p:ph type="title"/>
          </p:nvPr>
        </p:nvSpPr>
        <p:spPr>
          <a:xfrm>
            <a:off x="98250" y="16350"/>
            <a:ext cx="8826600" cy="6027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s-419"/>
              <a:t>Ejercicio en Scratch (10 ptos)</a:t>
            </a:r>
            <a:endParaRPr/>
          </a:p>
        </p:txBody>
      </p:sp>
      <p:sp>
        <p:nvSpPr>
          <p:cNvPr id="68" name="Google Shape;68;p13"/>
          <p:cNvSpPr txBox="1"/>
          <p:nvPr/>
        </p:nvSpPr>
        <p:spPr>
          <a:xfrm>
            <a:off x="260750" y="945775"/>
            <a:ext cx="5578500" cy="35865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s-419" sz="1700">
                <a:latin typeface="Roboto"/>
                <a:ea typeface="Roboto"/>
                <a:cs typeface="Roboto"/>
                <a:sym typeface="Roboto"/>
              </a:rPr>
              <a:t>Para la siguiente simulación en </a:t>
            </a:r>
            <a:r>
              <a:rPr lang="es-419" sz="1700" u="sng">
                <a:solidFill>
                  <a:schemeClr val="hlink"/>
                </a:solidFill>
                <a:latin typeface="Roboto"/>
                <a:ea typeface="Roboto"/>
                <a:cs typeface="Roboto"/>
                <a:sym typeface="Roboto"/>
                <a:hlinkClick r:id="rId3"/>
              </a:rPr>
              <a:t>SCRATCH</a:t>
            </a:r>
            <a:r>
              <a:rPr lang="es-419" sz="1700">
                <a:latin typeface="Roboto"/>
                <a:ea typeface="Roboto"/>
                <a:cs typeface="Roboto"/>
                <a:sym typeface="Roboto"/>
              </a:rPr>
              <a:t>:</a:t>
            </a:r>
            <a:endParaRPr sz="1700">
              <a:latin typeface="Roboto"/>
              <a:ea typeface="Roboto"/>
              <a:cs typeface="Roboto"/>
              <a:sym typeface="Roboto"/>
            </a:endParaRPr>
          </a:p>
          <a:p>
            <a:pPr indent="-336550" lvl="0" marL="45720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rgbClr val="1D2125"/>
              </a:buClr>
              <a:buSzPts val="1700"/>
              <a:buFont typeface="Roboto"/>
              <a:buAutoNum type="arabicPeriod"/>
            </a:pPr>
            <a:r>
              <a:rPr lang="es-419" sz="1700">
                <a:latin typeface="Roboto"/>
                <a:ea typeface="Roboto"/>
                <a:cs typeface="Roboto"/>
                <a:sym typeface="Roboto"/>
              </a:rPr>
              <a:t>Añada un bombillo serie a la configuración serie que encienda y apague como lo hacen los otros bombillos (5 ptos).</a:t>
            </a:r>
            <a:endParaRPr sz="1700">
              <a:latin typeface="Roboto"/>
              <a:ea typeface="Roboto"/>
              <a:cs typeface="Roboto"/>
              <a:sym typeface="Roboto"/>
            </a:endParaRPr>
          </a:p>
          <a:p>
            <a:pPr indent="-336550" lvl="0" marL="45720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SzPts val="1700"/>
              <a:buFont typeface="Roboto"/>
              <a:buAutoNum type="arabicPeriod"/>
            </a:pPr>
            <a:r>
              <a:rPr lang="es-419" sz="1700">
                <a:latin typeface="Roboto"/>
                <a:ea typeface="Roboto"/>
                <a:cs typeface="Roboto"/>
                <a:sym typeface="Roboto"/>
              </a:rPr>
              <a:t>Añada un bombillo paralelo a la configuración paralelo q</a:t>
            </a:r>
            <a:r>
              <a:rPr lang="es-419" sz="1700">
                <a:latin typeface="Roboto"/>
                <a:ea typeface="Roboto"/>
                <a:cs typeface="Roboto"/>
                <a:sym typeface="Roboto"/>
              </a:rPr>
              <a:t>ue encienda y apague como lo hacen los otros bombillos (5 ptos).</a:t>
            </a:r>
            <a:endParaRPr sz="1700">
              <a:latin typeface="Roboto"/>
              <a:ea typeface="Roboto"/>
              <a:cs typeface="Roboto"/>
              <a:sym typeface="Roboto"/>
            </a:endParaRPr>
          </a:p>
          <a:p>
            <a:pPr indent="-336550" lvl="0" marL="45720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SzPts val="1700"/>
              <a:buFont typeface="Roboto"/>
              <a:buAutoNum type="arabicPeriod"/>
            </a:pPr>
            <a:r>
              <a:rPr lang="es-419" sz="1700">
                <a:latin typeface="Roboto"/>
                <a:ea typeface="Roboto"/>
                <a:cs typeface="Roboto"/>
                <a:sym typeface="Roboto"/>
              </a:rPr>
              <a:t>Una vez realizado el programa subalo a la plataforma tipo archivo.</a:t>
            </a:r>
            <a:endParaRPr sz="1700">
              <a:latin typeface="Roboto"/>
              <a:ea typeface="Roboto"/>
              <a:cs typeface="Roboto"/>
              <a:sym typeface="Roboto"/>
            </a:endParaRPr>
          </a:p>
        </p:txBody>
      </p:sp>
      <p:pic>
        <p:nvPicPr>
          <p:cNvPr id="69" name="Google Shape;69;p13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5839250" y="1413725"/>
            <a:ext cx="2971801" cy="2174343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theme/theme1.xml><?xml version="1.0" encoding="utf-8"?>
<a:theme xmlns:a="http://schemas.openxmlformats.org/drawingml/2006/main" xmlns:r="http://schemas.openxmlformats.org/officeDocument/2006/relationships" name="Material">
  <a:themeElements>
    <a:clrScheme name="Material">
      <a:dk1>
        <a:srgbClr val="4285F4"/>
      </a:dk1>
      <a:lt1>
        <a:srgbClr val="FFFFFF"/>
      </a:lt1>
      <a:dk2>
        <a:srgbClr val="424242"/>
      </a:dk2>
      <a:lt2>
        <a:srgbClr val="737373"/>
      </a:lt2>
      <a:accent1>
        <a:srgbClr val="0277BD"/>
      </a:accent1>
      <a:accent2>
        <a:srgbClr val="0F9D58"/>
      </a:accent2>
      <a:accent3>
        <a:srgbClr val="DB4437"/>
      </a:accent3>
      <a:accent4>
        <a:srgbClr val="FAFAFA"/>
      </a:accent4>
      <a:accent5>
        <a:srgbClr val="1A237E"/>
      </a:accent5>
      <a:accent6>
        <a:srgbClr val="F4B400"/>
      </a:accent6>
      <a:hlink>
        <a:srgbClr val="1A237E"/>
      </a:hlink>
      <a:folHlink>
        <a:srgbClr val="1A237E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2.xml><?xml version="1.0" encoding="utf-8"?>
<a:theme xmlns:a="http://schemas.openxmlformats.org/drawingml/2006/main" xmlns:r="http://schemas.openxmlformats.org/officeDocument/2006/relationships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