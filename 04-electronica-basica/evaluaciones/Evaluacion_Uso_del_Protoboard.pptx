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b430d57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b430d57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b430d575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b430d57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b430d575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b430d575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b430d575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eb430d575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b430d575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eb430d575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b430d575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eb430d57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eb430d575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eb430d575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b430d57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b430d57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inkercad.com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uso del protoboard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52029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primer lugar debes crearte una cuenta en el sitio web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TINKERCAD</a:t>
            </a:r>
            <a:endParaRPr/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el botón registrarse en la parte superior derecha.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estudiantes con código de clase</a:t>
            </a:r>
            <a:endParaRPr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trabajará con Actividades por Clase, definidas por un único código de clase para el año escolar.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4"/>
          <p:cNvGrpSpPr/>
          <p:nvPr/>
        </p:nvGrpSpPr>
        <p:grpSpPr>
          <a:xfrm>
            <a:off x="3253949" y="3135000"/>
            <a:ext cx="1926226" cy="323100"/>
            <a:chOff x="7044099" y="2393500"/>
            <a:chExt cx="1926226" cy="323100"/>
          </a:xfrm>
        </p:grpSpPr>
        <p:pic>
          <p:nvPicPr>
            <p:cNvPr id="77" name="Google Shape;77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44099" y="2427025"/>
              <a:ext cx="1893100" cy="28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4"/>
            <p:cNvSpPr/>
            <p:nvPr/>
          </p:nvSpPr>
          <p:spPr>
            <a:xfrm>
              <a:off x="8234725" y="2393500"/>
              <a:ext cx="735600" cy="323100"/>
            </a:xfrm>
            <a:prstGeom prst="rect">
              <a:avLst/>
            </a:prstGeom>
            <a:noFill/>
            <a:ln cap="flat" cmpd="sng" w="2857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001" y="1949951"/>
            <a:ext cx="2649150" cy="24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6323400" y="3485850"/>
            <a:ext cx="2149500" cy="3231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0" idx="1"/>
          </p:cNvCxnSpPr>
          <p:nvPr/>
        </p:nvCxnSpPr>
        <p:spPr>
          <a:xfrm flipH="1" rot="10800000">
            <a:off x="5370600" y="3647400"/>
            <a:ext cx="952800" cy="399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01" y="3741225"/>
            <a:ext cx="5645323" cy="1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Únete a una clase.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Coloca el código de clase en el espacio en blanco señalado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código de la clase es:</a:t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985" y="1738325"/>
            <a:ext cx="2717390" cy="17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5780700" y="2643175"/>
            <a:ext cx="2010900" cy="337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" name="Google Shape;92;p15"/>
          <p:cNvCxnSpPr>
            <a:endCxn id="91" idx="1"/>
          </p:cNvCxnSpPr>
          <p:nvPr/>
        </p:nvCxnSpPr>
        <p:spPr>
          <a:xfrm>
            <a:off x="2738100" y="2802025"/>
            <a:ext cx="3042600" cy="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5"/>
          <p:cNvCxnSpPr/>
          <p:nvPr/>
        </p:nvCxnSpPr>
        <p:spPr>
          <a:xfrm>
            <a:off x="3359775" y="3205425"/>
            <a:ext cx="132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 las actividades de la clase</a:t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700" y="1793950"/>
            <a:ext cx="2466975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1374200" y="1838675"/>
            <a:ext cx="2466900" cy="2991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01: </a:t>
            </a:r>
            <a:r>
              <a:rPr lang="es-419"/>
              <a:t>Realiza el montaje  y responde con comentario: ¿Que tipo de conexión tienen los bombillos? 2 ptos</a:t>
            </a:r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9488"/>
            <a:ext cx="91440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02: </a:t>
            </a:r>
            <a:r>
              <a:rPr lang="es-419"/>
              <a:t>Realiza el montaje  y responde con comentario: ¿Que tipo de conexión tienen los bombillos? 2 ptos</a:t>
            </a:r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375"/>
            <a:ext cx="8839200" cy="3320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03: 5 ptos</a:t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549225" y="971150"/>
            <a:ext cx="4413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Realiza el circuito y comprueba la propiedad de las resistencias conectadas en serie donde: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Rt= R1+R2+R3+.....+Rn… Si: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R1=220Ω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R2=1KΩ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R3=550Ω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R4=2KΩ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R5=2.2KΩ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R6=1500Ω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R7=2200Ω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R8=5KΩ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850" y="1610000"/>
            <a:ext cx="5839300" cy="34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PARALELO RESISTENCIA EN PROTOBOARD (5 ptos)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549225" y="971150"/>
            <a:ext cx="4413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Realiza el circuito y comprueba la propiedad de las resistencias conectadas en PARALELO donde: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1/Rt= 1/R1+1/R2+1/R3+.....+1/Rn… Si: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R1=220Ω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R2=1KΩ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R3=550Ω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R4=2KΩ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R5=2.2KΩ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R6=1500Ω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R7=2200Ω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825" y="1569925"/>
            <a:ext cx="4476800" cy="347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MIXTO MEDICIÓN DE VOLTAJE Y AMPERAJE (6 ptos)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549225" y="971150"/>
            <a:ext cx="4413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Realiza el circuito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R1=220Ω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R2=1KΩ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R3=550Ω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R4=1KΩ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R5=2KΩ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400" y="1386950"/>
            <a:ext cx="6803651" cy="2939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