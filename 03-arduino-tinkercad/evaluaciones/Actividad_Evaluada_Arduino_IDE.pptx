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.fntdata"/><Relationship Id="rId10" Type="http://schemas.openxmlformats.org/officeDocument/2006/relationships/font" Target="fonts/Roboto-regular.fntdata"/><Relationship Id="rId13" Type="http://schemas.openxmlformats.org/officeDocument/2006/relationships/font" Target="fonts/Roboto-boldItalic.fntdata"/><Relationship Id="rId12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e861e82ef2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e861e82ef2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e861e82ef2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e861e82ef2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e861e82ef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e861e82ef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hyperlink" Target="http://www.youtube.com/watch?v=GQTSZ6nM-X4" TargetMode="External"/><Relationship Id="rId6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Actividad Evaluada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Arduino IDE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Momento 01 Avance 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01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 partir del código de programación explicado en clase, queremos que un LED prenda de manera intermitente de la siguiente manera: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A)3 segundos prendido y 3 segundos apagado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B)200 milisegundos prendido y 500 milisegundos apagado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Tip: 1s = 1000ms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02</a:t>
            </a:r>
            <a:endParaRPr/>
          </a:p>
        </p:txBody>
      </p:sp>
      <p:sp>
        <p:nvSpPr>
          <p:cNvPr id="80" name="Google Shape;80;p15"/>
          <p:cNvSpPr txBox="1"/>
          <p:nvPr>
            <p:ph idx="4294967295" type="body"/>
          </p:nvPr>
        </p:nvSpPr>
        <p:spPr>
          <a:xfrm>
            <a:off x="310475" y="891850"/>
            <a:ext cx="46344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La empresa de automatización NRJ Inc. te contrata para hacer un montaje de un LED Intermitente en una placa Arduino UNO o Nano , con el único requisito de que el LED debe estar ubicado en el Pin 5, ellos muy amablemente te han facilitado el esquema, tu tarea 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A)Realizar el montaje y la respectiva programación de 2 segundos prendido y 1 segundo apagado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1950" y="426150"/>
            <a:ext cx="3732900" cy="2421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8949" y="2925650"/>
            <a:ext cx="3741452" cy="2117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03</a:t>
            </a:r>
            <a:endParaRPr/>
          </a:p>
        </p:txBody>
      </p:sp>
      <p:sp>
        <p:nvSpPr>
          <p:cNvPr id="88" name="Google Shape;88;p16"/>
          <p:cNvSpPr txBox="1"/>
          <p:nvPr>
            <p:ph idx="4294967295" type="body"/>
          </p:nvPr>
        </p:nvSpPr>
        <p:spPr>
          <a:xfrm>
            <a:off x="251775" y="1096950"/>
            <a:ext cx="4634400" cy="17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Un Strober es un bombillo que prende y apaga muy rápido, muy usado en las fiestas, tu misión es realizar tu strober casero con un LED, con el mismo esquema montado anteriormente.</a:t>
            </a:r>
            <a:endParaRPr/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4750" y="389450"/>
            <a:ext cx="3732900" cy="2421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0474" y="2896300"/>
            <a:ext cx="3741452" cy="21179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ódigo:  55-395&#10;&#10;Efecto estroboscópico, portátil, un panel, control automático y audio rítmico, con ajuste de sensibilidad y velocidad.&#10;&#10;&#10;Visita nuestro sitio&#10;http://alienpro.com.mx &#10;&#10;&#10;Síguenos en nuestras redes sociales&#10;&#10;Facebook:&#10;https://es-la.facebook.com/alienpromx1 &#10;Twitter: &#10;https://twitter.com/alienpro_mx &#10;&#10;Alien - The Best Performance" id="91" name="Google Shape;91;p16" title="STROBE LED - Efecto de LED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35600" y="2810800"/>
            <a:ext cx="30480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