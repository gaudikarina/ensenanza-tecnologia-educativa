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804025f4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804025f4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804025f4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e804025f4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e804025f4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e804025f4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804025f4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804025f4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804025f4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e804025f4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e804025f4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e804025f4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876703eb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876703eb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e876703e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e876703e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e876703eb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e876703eb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tinkercad.com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Introducción a Tinkercad 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Simulación de circuitos básicos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Recordemos: </a:t>
            </a:r>
            <a:r>
              <a:rPr lang="es-419"/>
              <a:t>¿</a:t>
            </a:r>
            <a:r>
              <a:rPr lang="es-419"/>
              <a:t>Cómo</a:t>
            </a:r>
            <a:r>
              <a:rPr lang="es-419"/>
              <a:t> empezamos?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5202900" cy="31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primer lugar debes crearte una cuenta en el sitio web de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TINKERCAD</a:t>
            </a:r>
            <a:endParaRPr/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el botón registrarse en la parte superior derecha.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estudiantes con código de clase</a:t>
            </a:r>
            <a:endParaRPr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trabajará con Actividades por Clase, definidas por un único </a:t>
            </a:r>
            <a:r>
              <a:rPr lang="es-419"/>
              <a:t>código</a:t>
            </a:r>
            <a:r>
              <a:rPr lang="es-419"/>
              <a:t> de clase para el año escolar.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4"/>
          <p:cNvGrpSpPr/>
          <p:nvPr/>
        </p:nvGrpSpPr>
        <p:grpSpPr>
          <a:xfrm>
            <a:off x="3253949" y="3135000"/>
            <a:ext cx="1926226" cy="323100"/>
            <a:chOff x="7044099" y="2393500"/>
            <a:chExt cx="1926226" cy="323100"/>
          </a:xfrm>
        </p:grpSpPr>
        <p:pic>
          <p:nvPicPr>
            <p:cNvPr id="77" name="Google Shape;77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44099" y="2427025"/>
              <a:ext cx="1893100" cy="289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4"/>
            <p:cNvSpPr/>
            <p:nvPr/>
          </p:nvSpPr>
          <p:spPr>
            <a:xfrm>
              <a:off x="8234725" y="2393500"/>
              <a:ext cx="735600" cy="323100"/>
            </a:xfrm>
            <a:prstGeom prst="rect">
              <a:avLst/>
            </a:prstGeom>
            <a:noFill/>
            <a:ln cap="flat" cmpd="sng" w="28575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79" name="Google Shape;7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001" y="1949951"/>
            <a:ext cx="2649150" cy="24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6323400" y="3485850"/>
            <a:ext cx="2149500" cy="3231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0" idx="1"/>
          </p:cNvCxnSpPr>
          <p:nvPr/>
        </p:nvCxnSpPr>
        <p:spPr>
          <a:xfrm flipH="1" rot="10800000">
            <a:off x="5370600" y="3647400"/>
            <a:ext cx="952800" cy="399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01" y="3741225"/>
            <a:ext cx="5645323" cy="12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>
            <p:ph type="title"/>
          </p:nvPr>
        </p:nvSpPr>
        <p:spPr>
          <a:xfrm>
            <a:off x="624300" y="891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280075" y="1738325"/>
            <a:ext cx="5202900" cy="1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ventana: Únete a una clase.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Coloca el código de clase en el espacio en blanco señalado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código de la clase es:</a:t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0985" y="1738325"/>
            <a:ext cx="2717390" cy="17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5780700" y="2643175"/>
            <a:ext cx="2010900" cy="337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" name="Google Shape;92;p15"/>
          <p:cNvCxnSpPr>
            <a:endCxn id="91" idx="1"/>
          </p:cNvCxnSpPr>
          <p:nvPr/>
        </p:nvCxnSpPr>
        <p:spPr>
          <a:xfrm>
            <a:off x="2738100" y="2802025"/>
            <a:ext cx="3042600" cy="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5"/>
          <p:cNvCxnSpPr/>
          <p:nvPr/>
        </p:nvCxnSpPr>
        <p:spPr>
          <a:xfrm>
            <a:off x="3359775" y="3205425"/>
            <a:ext cx="132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050" y="1738325"/>
            <a:ext cx="2477149" cy="235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>
            <p:ph type="title"/>
          </p:nvPr>
        </p:nvSpPr>
        <p:spPr>
          <a:xfrm>
            <a:off x="624300" y="891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280075" y="1738325"/>
            <a:ext cx="5202900" cy="1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ventana: 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Clic en Unirse con apodo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ventana: 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5845175" y="2531275"/>
            <a:ext cx="2010900" cy="3375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 flipH="1" rot="10800000">
            <a:off x="2903450" y="2001675"/>
            <a:ext cx="2692200" cy="6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6"/>
          <p:cNvCxnSpPr>
            <a:endCxn id="102" idx="1"/>
          </p:cNvCxnSpPr>
          <p:nvPr/>
        </p:nvCxnSpPr>
        <p:spPr>
          <a:xfrm>
            <a:off x="3399575" y="2424925"/>
            <a:ext cx="2445600" cy="2751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5" name="Google Shape;1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196" y="2985550"/>
            <a:ext cx="3000575" cy="1858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6"/>
          <p:cNvCxnSpPr/>
          <p:nvPr/>
        </p:nvCxnSpPr>
        <p:spPr>
          <a:xfrm flipH="1" rot="-5400000">
            <a:off x="2873700" y="2858075"/>
            <a:ext cx="198300" cy="112500"/>
          </a:xfrm>
          <a:prstGeom prst="bentConnector3">
            <a:avLst>
              <a:gd fmla="val -6682" name="adj1"/>
            </a:avLst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7" name="Google Shape;107;p16"/>
          <p:cNvSpPr/>
          <p:nvPr/>
        </p:nvSpPr>
        <p:spPr>
          <a:xfrm>
            <a:off x="3928625" y="4614325"/>
            <a:ext cx="643500" cy="21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4653975" y="4425625"/>
            <a:ext cx="381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Tu apodo será entregado por la profesora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700" y="2220150"/>
            <a:ext cx="6523424" cy="28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>
            <p:ph type="title"/>
          </p:nvPr>
        </p:nvSpPr>
        <p:spPr>
          <a:xfrm>
            <a:off x="624300" y="891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280075" y="1738325"/>
            <a:ext cx="5202900" cy="1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sesión de tinkercad: </a:t>
            </a:r>
            <a:endParaRPr/>
          </a:p>
        </p:txBody>
      </p:sp>
      <p:cxnSp>
        <p:nvCxnSpPr>
          <p:cNvPr id="117" name="Google Shape;117;p17"/>
          <p:cNvCxnSpPr>
            <a:endCxn id="118" idx="1"/>
          </p:cNvCxnSpPr>
          <p:nvPr/>
        </p:nvCxnSpPr>
        <p:spPr>
          <a:xfrm>
            <a:off x="1738325" y="2434150"/>
            <a:ext cx="573900" cy="17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7"/>
          <p:cNvSpPr txBox="1"/>
          <p:nvPr/>
        </p:nvSpPr>
        <p:spPr>
          <a:xfrm>
            <a:off x="2312225" y="2251450"/>
            <a:ext cx="8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 clic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 flipH="1" rot="10800000">
            <a:off x="4930675" y="3659300"/>
            <a:ext cx="552300" cy="1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7"/>
          <p:cNvSpPr/>
          <p:nvPr/>
        </p:nvSpPr>
        <p:spPr>
          <a:xfrm>
            <a:off x="2889475" y="3244275"/>
            <a:ext cx="2041200" cy="1699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582750" y="3420125"/>
            <a:ext cx="8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Da clic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>
            <p:ph type="title"/>
          </p:nvPr>
        </p:nvSpPr>
        <p:spPr>
          <a:xfrm>
            <a:off x="624300" y="891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280075" y="1738325"/>
            <a:ext cx="5202900" cy="1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ventana:</a:t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400" y="2181745"/>
            <a:ext cx="4267625" cy="15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4634175" y="1795600"/>
            <a:ext cx="41778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Crear un diseño: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te saldrán tres opciones </a:t>
            </a:r>
            <a:r>
              <a:rPr i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Diseño 3D, </a:t>
            </a:r>
            <a:r>
              <a:rPr i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Circuito</a:t>
            </a:r>
            <a:r>
              <a:rPr i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y Bloques de código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escoge </a:t>
            </a:r>
            <a:r>
              <a:rPr b="1" i="1" lang="es-419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Circuito.</a:t>
            </a:r>
            <a:endParaRPr b="1" i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Mostrar</a:t>
            </a: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el espacio gris debajo se mostrará cada diseño que realices en la plataforma para verlos por tipos, solo deberás dar clic en la pestaña que corresponda al tipo de tu diseño.</a:t>
            </a:r>
            <a:endParaRPr i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 (2 ptos)</a:t>
            </a:r>
            <a:endParaRPr/>
          </a:p>
        </p:txBody>
      </p:sp>
      <p:sp>
        <p:nvSpPr>
          <p:cNvPr id="136" name="Google Shape;136;p19"/>
          <p:cNvSpPr txBox="1"/>
          <p:nvPr>
            <p:ph idx="4294967295" type="body"/>
          </p:nvPr>
        </p:nvSpPr>
        <p:spPr>
          <a:xfrm>
            <a:off x="235625" y="792175"/>
            <a:ext cx="4227900" cy="12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Da clic en el botón</a:t>
            </a:r>
            <a:endParaRPr/>
          </a:p>
          <a:p>
            <a:pPr indent="-30861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Escoge circuito</a:t>
            </a:r>
            <a:endParaRPr/>
          </a:p>
          <a:p>
            <a:pPr indent="-30861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Realiza el siguiente circuito:</a:t>
            </a:r>
            <a:endParaRPr/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6525" y="66050"/>
            <a:ext cx="489625" cy="48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0500" y="792175"/>
            <a:ext cx="1409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9675" y="1384400"/>
            <a:ext cx="5488474" cy="32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475" y="1962800"/>
            <a:ext cx="4492385" cy="275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 (4 ptos)</a:t>
            </a:r>
            <a:endParaRPr/>
          </a:p>
        </p:txBody>
      </p:sp>
      <p:sp>
        <p:nvSpPr>
          <p:cNvPr id="146" name="Google Shape;146;p20"/>
          <p:cNvSpPr txBox="1"/>
          <p:nvPr>
            <p:ph idx="4294967295" type="body"/>
          </p:nvPr>
        </p:nvSpPr>
        <p:spPr>
          <a:xfrm>
            <a:off x="235625" y="792175"/>
            <a:ext cx="6587700" cy="30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Da clic en el botón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Escoge circuito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Realiza el siguiente circuito: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Define en las propiedades del </a:t>
            </a:r>
            <a:r>
              <a:rPr lang="es-419"/>
              <a:t>potenciómetro</a:t>
            </a:r>
            <a:r>
              <a:rPr lang="es-419"/>
              <a:t> 1 Kohm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Gira la rueda y observa qué sucede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Utiliza la herramientas de notas de tinkercad para explicar que sucede </a:t>
            </a:r>
            <a:endParaRPr/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6525" y="66050"/>
            <a:ext cx="489625" cy="48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500" y="792175"/>
            <a:ext cx="1409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2750" y="3060700"/>
            <a:ext cx="1734130" cy="10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425" y="1130975"/>
            <a:ext cx="5066575" cy="369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03 (5 ptos)</a:t>
            </a:r>
            <a:endParaRPr/>
          </a:p>
        </p:txBody>
      </p:sp>
      <p:sp>
        <p:nvSpPr>
          <p:cNvPr id="156" name="Google Shape;156;p21"/>
          <p:cNvSpPr txBox="1"/>
          <p:nvPr>
            <p:ph idx="4294967295" type="body"/>
          </p:nvPr>
        </p:nvSpPr>
        <p:spPr>
          <a:xfrm>
            <a:off x="235625" y="792175"/>
            <a:ext cx="3904500" cy="27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Da clic en el botón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Escoge circuito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Realiza el siguiente circuito: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Mueve los switch y observa </a:t>
            </a:r>
            <a:r>
              <a:rPr lang="es-419"/>
              <a:t>qué</a:t>
            </a:r>
            <a:r>
              <a:rPr lang="es-419"/>
              <a:t> sucede</a:t>
            </a:r>
            <a:endParaRPr/>
          </a:p>
          <a:p>
            <a:pPr indent="-334328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Utiliza la herramientas de notas de tinkercad para explicar que sucede </a:t>
            </a:r>
            <a:endParaRPr/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6525" y="66050"/>
            <a:ext cx="489625" cy="48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500" y="792175"/>
            <a:ext cx="1409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2625" y="3618325"/>
            <a:ext cx="1734130" cy="10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013" y="3201650"/>
            <a:ext cx="4699000" cy="187231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04 (5 ptos)</a:t>
            </a:r>
            <a:endParaRPr/>
          </a:p>
        </p:txBody>
      </p:sp>
      <p:sp>
        <p:nvSpPr>
          <p:cNvPr id="166" name="Google Shape;166;p22"/>
          <p:cNvSpPr txBox="1"/>
          <p:nvPr>
            <p:ph idx="4294967295" type="body"/>
          </p:nvPr>
        </p:nvSpPr>
        <p:spPr>
          <a:xfrm>
            <a:off x="235625" y="792175"/>
            <a:ext cx="3904500" cy="26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Da clic en el botón</a:t>
            </a:r>
            <a:endParaRPr/>
          </a:p>
          <a:p>
            <a:pPr indent="-32575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Escoge circuito</a:t>
            </a:r>
            <a:endParaRPr/>
          </a:p>
          <a:p>
            <a:pPr indent="-32575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Realiza el siguiente circuito:</a:t>
            </a:r>
            <a:endParaRPr/>
          </a:p>
          <a:p>
            <a:pPr indent="-32575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Mueve los switch y observa, luego elimina el bombillo que se indica y mueve los switch, que </a:t>
            </a:r>
            <a:r>
              <a:rPr lang="es-419"/>
              <a:t>sucedió</a:t>
            </a:r>
            <a:r>
              <a:rPr lang="es-419"/>
              <a:t>?</a:t>
            </a:r>
            <a:endParaRPr/>
          </a:p>
          <a:p>
            <a:pPr indent="-32575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Utiliza la herramientas de notas de tinkercad para explicar que sucede </a:t>
            </a:r>
            <a:endParaRPr/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6525" y="66050"/>
            <a:ext cx="489625" cy="48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500" y="792175"/>
            <a:ext cx="1409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2450" y="3618325"/>
            <a:ext cx="1734130" cy="10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4981575" y="2808250"/>
            <a:ext cx="33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Elimina los marcados en 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6703050" y="3225538"/>
            <a:ext cx="374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b="1" sz="32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6713200" y="4360850"/>
            <a:ext cx="374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b="1" sz="32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013" y="895025"/>
            <a:ext cx="4699000" cy="1872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