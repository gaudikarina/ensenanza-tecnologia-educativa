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0fb19f37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0fb19f37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e0fb19f37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e0fb19f37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e180b8fab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e180b8fab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tinkercad.com/joinclass/ZJGVTC5MD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pwsrT7AW8dVsfubLJx-ElnrSyzR29Ydj/view?usp=share_link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qkjA-cjJ-gHnqnbnRVPVsUzAy_LMQUJm/view?usp=share_link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Introducción a Arduino 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Tinkercad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Arduino + Tinkercad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357650" y="2128750"/>
            <a:ext cx="42753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Únete</a:t>
            </a: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 a la Clase en Tinkercad: 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419" sz="19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Clase Arduino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Conectate con tu APODO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Entra a la actividad Evaluación A1 Intro a Arduino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4550" y="1886000"/>
            <a:ext cx="321945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01 : Diseña unas luces secuenciales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98250" y="723825"/>
            <a:ext cx="81696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Roboto"/>
                <a:ea typeface="Roboto"/>
                <a:cs typeface="Roboto"/>
                <a:sym typeface="Roboto"/>
              </a:rPr>
              <a:t>Instrucciones: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Observa el </a:t>
            </a:r>
            <a:r>
              <a:rPr lang="es-419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video</a:t>
            </a: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 y realice: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○"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El montaje en Tinkercad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○"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El programa de las secuencias de luces como se muestra en el video.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8000" y="2183925"/>
            <a:ext cx="4830105" cy="25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02 : Diseña unas luces secuenciales 02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98250" y="723825"/>
            <a:ext cx="81696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Roboto"/>
                <a:ea typeface="Roboto"/>
                <a:cs typeface="Roboto"/>
                <a:sym typeface="Roboto"/>
              </a:rPr>
              <a:t>Instrucciones: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Observa el </a:t>
            </a:r>
            <a:r>
              <a:rPr lang="es-419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video</a:t>
            </a: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 y realice: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○"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El montaje en Tinkercad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○"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El programa de las secuencias de luces como se muestra en el video.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8000" y="2183925"/>
            <a:ext cx="4830105" cy="25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