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ca33d2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ca33d2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ddca33d23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ddca33d23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ddca33d23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ddca33d23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ddca33d23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ddca33d23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de239a1ba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de239a1ba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de239a1ba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de239a1ba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de239a1ba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de239a1ba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tinkercad.com/joinclass/7L3N37ZE3" TargetMode="External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Uso del Protoboard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Tinkercad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primer lugar haz click </a:t>
            </a:r>
            <a:r>
              <a:rPr lang="es-419"/>
              <a:t>en el enlace</a:t>
            </a:r>
            <a:r>
              <a:rPr lang="es-419"/>
              <a:t>.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770913"/>
            <a:ext cx="3431100" cy="4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1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https://www.tinkercad.com/joinclass/7L3N37ZE3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1210" y="2492925"/>
            <a:ext cx="2592475" cy="2566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76;p14"/>
          <p:cNvCxnSpPr>
            <a:stCxn id="74" idx="2"/>
            <a:endCxn id="75" idx="0"/>
          </p:cNvCxnSpPr>
          <p:nvPr/>
        </p:nvCxnSpPr>
        <p:spPr>
          <a:xfrm>
            <a:off x="2187450" y="2228413"/>
            <a:ext cx="0" cy="26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4"/>
          <p:cNvSpPr/>
          <p:nvPr/>
        </p:nvSpPr>
        <p:spPr>
          <a:xfrm>
            <a:off x="1039325" y="3319150"/>
            <a:ext cx="2224200" cy="417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" name="Google Shape;78;p14"/>
          <p:cNvCxnSpPr/>
          <p:nvPr/>
        </p:nvCxnSpPr>
        <p:spPr>
          <a:xfrm flipH="1" rot="10800000">
            <a:off x="3263525" y="3504550"/>
            <a:ext cx="676500" cy="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4"/>
          <p:cNvSpPr txBox="1"/>
          <p:nvPr/>
        </p:nvSpPr>
        <p:spPr>
          <a:xfrm>
            <a:off x="4255175" y="3143075"/>
            <a:ext cx="4438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latin typeface="Roboto"/>
                <a:ea typeface="Roboto"/>
                <a:cs typeface="Roboto"/>
                <a:sym typeface="Roboto"/>
              </a:rPr>
              <a:t>Tu apodo es:</a:t>
            </a:r>
            <a:endParaRPr b="1"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latin typeface="Roboto"/>
                <a:ea typeface="Roboto"/>
                <a:cs typeface="Roboto"/>
                <a:sym typeface="Roboto"/>
              </a:rPr>
              <a:t>Tu </a:t>
            </a:r>
            <a:r>
              <a:rPr lang="es-419" sz="1900">
                <a:latin typeface="Roboto"/>
                <a:ea typeface="Roboto"/>
                <a:cs typeface="Roboto"/>
                <a:sym typeface="Roboto"/>
              </a:rPr>
              <a:t>número</a:t>
            </a:r>
            <a:r>
              <a:rPr lang="es-419" sz="1900">
                <a:latin typeface="Roboto"/>
                <a:ea typeface="Roboto"/>
                <a:cs typeface="Roboto"/>
                <a:sym typeface="Roboto"/>
              </a:rPr>
              <a:t> de lista, ejemplo: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latin typeface="Roboto"/>
                <a:ea typeface="Roboto"/>
                <a:cs typeface="Roboto"/>
                <a:sym typeface="Roboto"/>
              </a:rPr>
              <a:t>01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primer lugar haz click en el enlace.</a:t>
            </a:r>
            <a:endParaRPr/>
          </a:p>
        </p:txBody>
      </p:sp>
      <p:cxnSp>
        <p:nvCxnSpPr>
          <p:cNvPr id="85" name="Google Shape;85;p15"/>
          <p:cNvCxnSpPr>
            <a:stCxn id="86" idx="2"/>
            <a:endCxn id="87" idx="0"/>
          </p:cNvCxnSpPr>
          <p:nvPr/>
        </p:nvCxnSpPr>
        <p:spPr>
          <a:xfrm>
            <a:off x="2187450" y="2228413"/>
            <a:ext cx="0" cy="26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" name="Google Shape;88;p15"/>
          <p:cNvSpPr/>
          <p:nvPr/>
        </p:nvSpPr>
        <p:spPr>
          <a:xfrm>
            <a:off x="1039325" y="3319150"/>
            <a:ext cx="2224200" cy="417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" name="Google Shape;89;p15"/>
          <p:cNvCxnSpPr/>
          <p:nvPr/>
        </p:nvCxnSpPr>
        <p:spPr>
          <a:xfrm flipH="1" rot="10800000">
            <a:off x="3263525" y="3504550"/>
            <a:ext cx="676500" cy="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" name="Google Shape;90;p15"/>
          <p:cNvSpPr txBox="1"/>
          <p:nvPr/>
        </p:nvSpPr>
        <p:spPr>
          <a:xfrm>
            <a:off x="4255175" y="3143075"/>
            <a:ext cx="4438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latin typeface="Roboto"/>
                <a:ea typeface="Roboto"/>
                <a:cs typeface="Roboto"/>
                <a:sym typeface="Roboto"/>
              </a:rPr>
              <a:t>Tu apodo es:</a:t>
            </a:r>
            <a:endParaRPr b="1"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latin typeface="Roboto"/>
                <a:ea typeface="Roboto"/>
                <a:cs typeface="Roboto"/>
                <a:sym typeface="Roboto"/>
              </a:rPr>
              <a:t>Nro de lista, colocar dos cifras, por ejemplo el primero sería: 01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200" y="2171200"/>
            <a:ext cx="373380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925" y="2596250"/>
            <a:ext cx="2689012" cy="9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primer lugar haz click en el enlace.</a:t>
            </a:r>
            <a:endParaRPr/>
          </a:p>
        </p:txBody>
      </p:sp>
      <p:cxnSp>
        <p:nvCxnSpPr>
          <p:cNvPr id="98" name="Google Shape;98;p16"/>
          <p:cNvCxnSpPr>
            <a:stCxn id="99" idx="2"/>
            <a:endCxn id="100" idx="0"/>
          </p:cNvCxnSpPr>
          <p:nvPr/>
        </p:nvCxnSpPr>
        <p:spPr>
          <a:xfrm>
            <a:off x="2187450" y="2228413"/>
            <a:ext cx="0" cy="26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6"/>
          <p:cNvSpPr/>
          <p:nvPr/>
        </p:nvSpPr>
        <p:spPr>
          <a:xfrm>
            <a:off x="928125" y="2809425"/>
            <a:ext cx="2224200" cy="417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413" y="3808250"/>
            <a:ext cx="863917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CIRCUITO 01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828900" y="813700"/>
            <a:ext cx="512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R=220Ω, V=10V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6300"/>
            <a:ext cx="8839198" cy="2731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CIRCUITO 02</a:t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828900" y="813700"/>
            <a:ext cx="512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V=5V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6300"/>
            <a:ext cx="8839201" cy="2633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2341675" y="4239750"/>
            <a:ext cx="73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R=1KΩ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" name="Google Shape;118;p18"/>
          <p:cNvCxnSpPr>
            <a:endCxn id="117" idx="0"/>
          </p:cNvCxnSpPr>
          <p:nvPr/>
        </p:nvCxnSpPr>
        <p:spPr>
          <a:xfrm>
            <a:off x="2404075" y="3430050"/>
            <a:ext cx="306900" cy="80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8"/>
          <p:cNvSpPr txBox="1"/>
          <p:nvPr/>
        </p:nvSpPr>
        <p:spPr>
          <a:xfrm>
            <a:off x="5492975" y="4436650"/>
            <a:ext cx="8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R=220Ω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" name="Google Shape;120;p18"/>
          <p:cNvCxnSpPr/>
          <p:nvPr/>
        </p:nvCxnSpPr>
        <p:spPr>
          <a:xfrm>
            <a:off x="4254925" y="2896025"/>
            <a:ext cx="1245900" cy="15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8"/>
          <p:cNvCxnSpPr/>
          <p:nvPr/>
        </p:nvCxnSpPr>
        <p:spPr>
          <a:xfrm>
            <a:off x="4450700" y="2949425"/>
            <a:ext cx="1254600" cy="14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8"/>
          <p:cNvCxnSpPr/>
          <p:nvPr/>
        </p:nvCxnSpPr>
        <p:spPr>
          <a:xfrm>
            <a:off x="5758825" y="3002800"/>
            <a:ext cx="89100" cy="12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8"/>
          <p:cNvCxnSpPr/>
          <p:nvPr/>
        </p:nvCxnSpPr>
        <p:spPr>
          <a:xfrm flipH="1">
            <a:off x="6096925" y="3065100"/>
            <a:ext cx="1192500" cy="12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4" name="Google Shape;12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9100" y="735453"/>
            <a:ext cx="564080" cy="838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CIRCUITO 03</a:t>
            </a:r>
            <a:endParaRPr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4850" y="1269800"/>
            <a:ext cx="6184376" cy="345937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659825" y="1027275"/>
            <a:ext cx="512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C=470nF, R=10kΩ, L=56mH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875" y="1526475"/>
            <a:ext cx="695325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525" y="2654325"/>
            <a:ext cx="828675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250" y="3884950"/>
            <a:ext cx="65722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20488" y="1116275"/>
            <a:ext cx="244792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43750" y="1427471"/>
            <a:ext cx="1652100" cy="141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CIRCUITO 04</a:t>
            </a:r>
            <a:endParaRPr/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1450"/>
            <a:ext cx="8839200" cy="385911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/>
        </p:nvSpPr>
        <p:spPr>
          <a:xfrm>
            <a:off x="1897800" y="4274325"/>
            <a:ext cx="84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R=330Ω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4" name="Google Shape;14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4500" y="865450"/>
            <a:ext cx="7048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1788" y="884500"/>
            <a:ext cx="69532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40938" y="879725"/>
            <a:ext cx="2447925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