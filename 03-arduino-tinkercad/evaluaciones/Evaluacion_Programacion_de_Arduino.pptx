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532378fa644d481f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532378fa644d481f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e0fb19f37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e0fb19f37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e235815a9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e235815a9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e235815a9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e235815a9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235815a9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e235815a9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235815a9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235815a9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532378fa644d481f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532378fa644d481f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tinkercad.com/joinclass/ZJGVTC5MD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drive.google.com/file/d/1uRahX-pUnYLVDUiPNpPSO7zTBCjV-LkS/view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uRahX-pUnYLVDUiPNpPSO7zTBCjV-LkS/view" TargetMode="External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uRahX-pUnYLVDUiPNpPSO7zTBCjV-LkS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uRahX-pUnYLVDUiPNpPSO7zTBCjV-LkS/view" TargetMode="External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uRahX-pUnYLVDUiPNpPSO7zTBCjV-LkS/view" TargetMode="Externa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hyperlink" Target="http://drive.google.com/file/d/1utPD6zYtc18CwsdJnUITmTpS0n2S88MU/view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Programación Arduino 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Tinkercad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Arduino + Tinkercad</a:t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357650" y="2128750"/>
            <a:ext cx="3713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Únete a la Clase en Tinkercad: 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Clase Arduino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Conectate con tu APODO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Font typeface="Roboto"/>
              <a:buChar char="●"/>
            </a:pPr>
            <a:r>
              <a:rPr lang="es-419" sz="1900">
                <a:latin typeface="Roboto"/>
                <a:ea typeface="Roboto"/>
                <a:cs typeface="Roboto"/>
                <a:sym typeface="Roboto"/>
              </a:rPr>
              <a:t>Entra a la actividad Evaluación Programación de Arduino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350" y="1843388"/>
            <a:ext cx="2381250" cy="28670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4953600" y="4743300"/>
            <a:ext cx="419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" name="Google Shape;77;p14"/>
          <p:cNvCxnSpPr/>
          <p:nvPr/>
        </p:nvCxnSpPr>
        <p:spPr>
          <a:xfrm>
            <a:off x="5925025" y="4969200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78" name="Google Shape;7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7450" y="2151075"/>
            <a:ext cx="2386600" cy="2251668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 (15 ptos)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98250" y="599575"/>
            <a:ext cx="56193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Para el circuito 01 de Tinkercad, siga los siguientes pasos en la programación en bloques, el resultado debe ser igual al que se muestra en el video: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AutoNum type="alphaLcPeriod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Crea un variable c1.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AutoNum type="alphaLcPeriod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Coloca en el bloque inicializar del panel de programación: definir c1 en 5.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AutoNum type="alphaLcPeriod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Coloca en el bloque siempre: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c1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3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3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c1 colocar: definir pasador 3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5" title="circuit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4625" y="1748525"/>
            <a:ext cx="3220925" cy="2415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5814625" y="4536825"/>
            <a:ext cx="20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" name="Google Shape;87;p15"/>
          <p:cNvCxnSpPr/>
          <p:nvPr/>
        </p:nvCxnSpPr>
        <p:spPr>
          <a:xfrm>
            <a:off x="6766138" y="4731525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98250" y="599575"/>
            <a:ext cx="73557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(c1-1)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4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4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(c1-1) colocar: definir pasador 4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(c1-2)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5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5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(c1-2) colocar: definir pasador 5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4" name="Google Shape;94;p16" title="circuit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900" y="765025"/>
            <a:ext cx="1804100" cy="1353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7291750" y="4397025"/>
            <a:ext cx="20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7582988" y="4797225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</a:t>
            </a:r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-139425" y="599575"/>
            <a:ext cx="71145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(c1-3)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6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6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(c1-3) colocar: definir pasador 6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(c1-4)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7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7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</a:t>
            </a: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(c1-4) </a:t>
            </a: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colocar: definir pasador 7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" name="Google Shape;103;p17" title="circuit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900" y="765025"/>
            <a:ext cx="1804100" cy="135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6766150" y="4452350"/>
            <a:ext cx="20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7582988" y="4797225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</a:t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-139425" y="599575"/>
            <a:ext cx="71145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(c1-3)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8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8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(c1-3) colocar: definir pasador 8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(c1-2)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9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9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(c1-2) colocar: definir pasador 9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18" title="circuit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900" y="765025"/>
            <a:ext cx="1804100" cy="135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6766150" y="4452350"/>
            <a:ext cx="202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Continua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" name="Google Shape;114;p18"/>
          <p:cNvCxnSpPr/>
          <p:nvPr/>
        </p:nvCxnSpPr>
        <p:spPr>
          <a:xfrm>
            <a:off x="7582988" y="4797225"/>
            <a:ext cx="1317900" cy="1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01</a:t>
            </a:r>
            <a:endParaRPr/>
          </a:p>
        </p:txBody>
      </p:sp>
      <p:sp>
        <p:nvSpPr>
          <p:cNvPr id="120" name="Google Shape;120;p19"/>
          <p:cNvSpPr txBox="1"/>
          <p:nvPr/>
        </p:nvSpPr>
        <p:spPr>
          <a:xfrm>
            <a:off x="-139425" y="599575"/>
            <a:ext cx="7114500" cy="43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(c1-1)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10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10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(c1-1) colocar: definir pasador 10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Un bloque repetir (c1) veces, dentro del bloque colocar: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11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11 en alta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definir pasador 2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3" marL="1828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●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espera 1 segundo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2" marL="1371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1500"/>
              <a:buFont typeface="Roboto"/>
              <a:buChar char="■"/>
            </a:pPr>
            <a:r>
              <a:rPr lang="es-419" sz="1500">
                <a:solidFill>
                  <a:srgbClr val="2E2F30"/>
                </a:solidFill>
                <a:latin typeface="Roboto"/>
                <a:ea typeface="Roboto"/>
                <a:cs typeface="Roboto"/>
                <a:sym typeface="Roboto"/>
              </a:rPr>
              <a:t>Fuera del bloque repetir (c1) colocar: definir pasador 11 en baja</a:t>
            </a:r>
            <a:endParaRPr sz="1500"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19" title="circuito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9900" y="765025"/>
            <a:ext cx="1804100" cy="135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8211600" y="4555575"/>
            <a:ext cx="47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Fin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02 (5 ptos)</a:t>
            </a:r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206100" y="722725"/>
            <a:ext cx="4365900" cy="26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Planteamiento 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Dado el circuito 02, complete el programa que </a:t>
            </a: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evalúe</a:t>
            </a: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el valor de la entrada para: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 entrada=Baja, encender los leds de adentro hacia afuera y luego apagar todos.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Si entrada=Alta, encender los leds de afuera hacia adentro y luego apagar todos.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Visualice el video para que observe el comportamiento.</a:t>
            </a:r>
            <a:endParaRPr>
              <a:solidFill>
                <a:srgbClr val="2E2F3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250" y="722725"/>
            <a:ext cx="3994600" cy="2532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 title="circuito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1725" y="3125750"/>
            <a:ext cx="2614175" cy="19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