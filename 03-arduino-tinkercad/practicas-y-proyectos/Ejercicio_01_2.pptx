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50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200"/>
            <a:ext cx="8154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R</a:t>
            </a:r>
            <a:r>
              <a:rPr lang="es-419" sz="1800"/>
              <a:t>ealice la programación en Arduino Blocks que se solicita.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En este ejercicio añadirá variables, funciones y utilizará el módulo de comunicación.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Para ello se explicará detalladamente como hacerlo.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Lea con atención las instrucciones y sigalas, es fundamental para que su evaluación sea exitosa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25" y="792500"/>
            <a:ext cx="6079224" cy="1583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775" y="912050"/>
            <a:ext cx="6371765" cy="16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6"/>
          <p:cNvCxnSpPr>
            <a:stCxn id="91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" name="Google Shape;93;p16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550" y="862625"/>
            <a:ext cx="6554100" cy="170719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" name="Google Shape;107;p17"/>
          <p:cNvCxnSpPr>
            <a:stCxn id="104" idx="3"/>
            <a:endCxn id="105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8" name="Google Shape;108;p17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09" name="Google Shape;10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750" y="740638"/>
            <a:ext cx="3551400" cy="326122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0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0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0"/>
          <p:cNvCxnSpPr>
            <a:stCxn id="139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" name="Google Shape;141;p20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1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" name="Google Shape;149;p21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1"/>
          <p:cNvCxnSpPr>
            <a:stCxn id="152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