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A116F3-D4E6-4B2D-8111-5F9905174732}">
  <a:tblStyle styleId="{C0A116F3-D4E6-4B2D-8111-5F99051747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</a:t>
            </a:r>
            <a:r>
              <a:rPr lang="es-419"/>
              <a:t>añadirá</a:t>
            </a:r>
            <a:r>
              <a:rPr lang="es-419"/>
              <a:t>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</a:t>
            </a:r>
            <a:r>
              <a:rPr lang="es-419"/>
              <a:t>explicará</a:t>
            </a:r>
            <a:r>
              <a:rPr lang="es-419"/>
              <a:t>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{C0A116F3-D4E6-4B2D-8111-5F9905174732}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{C0A116F3-D4E6-4B2D-8111-5F9905174732}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00" y="812438"/>
            <a:ext cx="68961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00" y="812438"/>
            <a:ext cx="68961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1"/>
            <a:ext cx="18615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424771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075938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00" y="812438"/>
            <a:ext cx="68961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7" name="Google Shape;1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2150" y="771450"/>
            <a:ext cx="3366373" cy="30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