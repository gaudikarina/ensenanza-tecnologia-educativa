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8463B4-4D95-4FB0-8DFA-972B71F591A6}">
  <a:tblStyle styleId="{CF8463B4-4D95-4FB0-8DFA-972B71F591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e4a41af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e4a41a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95adf6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95adf6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07e4a41af1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07e4a41af1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dd95adf6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dd95adf6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dd95adf6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dd95adf6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dd95adf6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dd95adf6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dd95adf6b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dd95adf6b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d95adf6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dd95adf6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d95adf6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dd95adf6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dd95adf6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dd95adf6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dd95adf6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dd95adf6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Siga las Instrucciones: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Tiempo de ejecución 30 minutos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el siguiente circuito, realice la programación en Arduino Blocks que se solicita.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este ejercicio añadirá variables, funciones y utilizará el módulo de comunicación.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Para ello se explicará detalladamente como hacerlo.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Lea con atención las instrucciones y sigalas, es fundamental para que su evaluación sea exitosa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1150" y="1919075"/>
            <a:ext cx="4659901" cy="28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Conexiones:</a:t>
            </a:r>
            <a:endParaRPr/>
          </a:p>
        </p:txBody>
      </p:sp>
      <p:graphicFrame>
        <p:nvGraphicFramePr>
          <p:cNvPr id="81" name="Google Shape;81;p15"/>
          <p:cNvGraphicFramePr/>
          <p:nvPr/>
        </p:nvGraphicFramePr>
        <p:xfrm>
          <a:off x="7074175" y="146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{CF8463B4-4D95-4FB0-8DFA-972B71F591A6}</a:tableStyleId>
              </a:tblPr>
              <a:tblGrid>
                <a:gridCol w="771100"/>
                <a:gridCol w="747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L298N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Arduino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EnA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In1A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In2A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In3B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In4B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EnB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2" name="Google Shape;82;p15"/>
          <p:cNvGraphicFramePr/>
          <p:nvPr/>
        </p:nvGraphicFramePr>
        <p:xfrm>
          <a:off x="5108663" y="1859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{CF8463B4-4D95-4FB0-8DFA-972B71F591A6}</a:tableStyleId>
              </a:tblPr>
              <a:tblGrid>
                <a:gridCol w="1069000"/>
                <a:gridCol w="747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TCRT5000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Arduino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Izquierdo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03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Derecho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02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00" y="1330988"/>
            <a:ext cx="4659901" cy="28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600" y="1000038"/>
            <a:ext cx="689610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654675" y="3114575"/>
            <a:ext cx="571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Iniciar Baudios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diríjase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a: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400" y="3587725"/>
            <a:ext cx="20955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750" y="1875500"/>
            <a:ext cx="1721850" cy="32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6384025" y="1873375"/>
            <a:ext cx="1191600" cy="327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850" y="879113"/>
            <a:ext cx="689610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702675" y="1942576"/>
            <a:ext cx="1861500" cy="2487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7"/>
          <p:cNvCxnSpPr>
            <a:stCxn id="100" idx="2"/>
          </p:cNvCxnSpPr>
          <p:nvPr/>
        </p:nvCxnSpPr>
        <p:spPr>
          <a:xfrm flipH="1" rot="-5400000">
            <a:off x="2320425" y="1504276"/>
            <a:ext cx="169200" cy="15432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" name="Google Shape;102;p17"/>
          <p:cNvSpPr txBox="1"/>
          <p:nvPr/>
        </p:nvSpPr>
        <p:spPr>
          <a:xfrm>
            <a:off x="3176625" y="213626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056500" y="1705175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numérica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1717562" y="28519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3858925" y="2887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5373450" y="3135725"/>
            <a:ext cx="355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Coloca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Velocidad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275" y="836263"/>
            <a:ext cx="689610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711425" y="2146975"/>
            <a:ext cx="882000" cy="2931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2161925" y="209341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Función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954325" y="2146975"/>
            <a:ext cx="597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función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Funciones y para este caso escoge el bloque +para hacer algo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coloca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parar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y dentro de ese bloque va la programación que se muestra en la figura, este bloque va libre en cualquier parte del panel.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" name="Google Shape;116;p18"/>
          <p:cNvCxnSpPr>
            <a:stCxn id="113" idx="3"/>
            <a:endCxn id="114" idx="1"/>
          </p:cNvCxnSpPr>
          <p:nvPr/>
        </p:nvCxnSpPr>
        <p:spPr>
          <a:xfrm>
            <a:off x="1593425" y="2293525"/>
            <a:ext cx="568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7" name="Google Shape;117;p18"/>
          <p:cNvGrpSpPr/>
          <p:nvPr/>
        </p:nvGrpSpPr>
        <p:grpSpPr>
          <a:xfrm>
            <a:off x="240650" y="3123513"/>
            <a:ext cx="3676650" cy="1819275"/>
            <a:chOff x="1579000" y="2651138"/>
            <a:chExt cx="3676650" cy="1819275"/>
          </a:xfrm>
        </p:grpSpPr>
        <p:pic>
          <p:nvPicPr>
            <p:cNvPr id="118" name="Google Shape;118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79000" y="2651138"/>
              <a:ext cx="3676650" cy="18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8"/>
            <p:cNvSpPr/>
            <p:nvPr/>
          </p:nvSpPr>
          <p:spPr>
            <a:xfrm>
              <a:off x="3334050" y="2671825"/>
              <a:ext cx="1697100" cy="6999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0" name="Google Shape;1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500" y="3209238"/>
            <a:ext cx="47053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625" y="1357950"/>
            <a:ext cx="5657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13" y="3160900"/>
            <a:ext cx="60483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2014000"/>
            <a:ext cx="57816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876" y="763100"/>
            <a:ext cx="3609900" cy="32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5394850" y="717350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boolean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5470238" y="14873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/>
          <p:nvPr/>
        </p:nvSpPr>
        <p:spPr>
          <a:xfrm>
            <a:off x="7672800" y="2091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436880" y="3971050"/>
            <a:ext cx="484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Debes crear dos, una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Derecho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otra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Izquierdo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ser del mismo tipo se activará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menú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desplegable donde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podrás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escoger la variable como se muestra 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978" y="3452875"/>
            <a:ext cx="2888625" cy="1518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1"/>
          <p:cNvCxnSpPr/>
          <p:nvPr/>
        </p:nvCxnSpPr>
        <p:spPr>
          <a:xfrm flipH="1" rot="10800000">
            <a:off x="4969825" y="4310625"/>
            <a:ext cx="909900" cy="463500"/>
          </a:xfrm>
          <a:prstGeom prst="straightConnector1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21"/>
          <p:cNvSpPr/>
          <p:nvPr/>
        </p:nvSpPr>
        <p:spPr>
          <a:xfrm>
            <a:off x="947600" y="953750"/>
            <a:ext cx="1677900" cy="1692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21"/>
          <p:cNvCxnSpPr>
            <a:stCxn id="148" idx="0"/>
          </p:cNvCxnSpPr>
          <p:nvPr/>
        </p:nvCxnSpPr>
        <p:spPr>
          <a:xfrm rot="-5400000">
            <a:off x="2640800" y="-86800"/>
            <a:ext cx="186300" cy="18948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0" name="Google Shape;150;p21"/>
          <p:cNvSpPr txBox="1"/>
          <p:nvPr/>
        </p:nvSpPr>
        <p:spPr>
          <a:xfrm>
            <a:off x="3773150" y="553550"/>
            <a:ext cx="9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0" t="64759"/>
          <a:stretch/>
        </p:blipFill>
        <p:spPr>
          <a:xfrm>
            <a:off x="416700" y="1832075"/>
            <a:ext cx="5795275" cy="117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2"/>
          <p:cNvCxnSpPr/>
          <p:nvPr/>
        </p:nvCxnSpPr>
        <p:spPr>
          <a:xfrm flipH="1" rot="10800000">
            <a:off x="2319350" y="1333600"/>
            <a:ext cx="3892500" cy="690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" name="Google Shape;158;p22"/>
          <p:cNvSpPr txBox="1"/>
          <p:nvPr/>
        </p:nvSpPr>
        <p:spPr>
          <a:xfrm>
            <a:off x="6246975" y="1071025"/>
            <a:ext cx="25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Tiempo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625" y="1870475"/>
            <a:ext cx="325755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/>
          <p:nvPr/>
        </p:nvSpPr>
        <p:spPr>
          <a:xfrm>
            <a:off x="7760275" y="2050750"/>
            <a:ext cx="1224600" cy="52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3648950" y="2138225"/>
            <a:ext cx="271200" cy="69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2520500" y="3501225"/>
            <a:ext cx="25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250" y="4281450"/>
            <a:ext cx="2456507" cy="69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22"/>
          <p:cNvCxnSpPr>
            <a:stCxn id="161" idx="1"/>
          </p:cNvCxnSpPr>
          <p:nvPr/>
        </p:nvCxnSpPr>
        <p:spPr>
          <a:xfrm>
            <a:off x="3920150" y="2488175"/>
            <a:ext cx="122400" cy="936000"/>
          </a:xfrm>
          <a:prstGeom prst="bentConnector4">
            <a:avLst>
              <a:gd fmla="val 443076" name="adj1"/>
              <a:gd fmla="val 68694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Felicitaciones </a:t>
            </a:r>
            <a:r>
              <a:rPr lang="es-419"/>
              <a:t>estás</a:t>
            </a:r>
            <a:r>
              <a:rPr lang="es-419"/>
              <a:t> terminando</a:t>
            </a:r>
            <a:endParaRPr/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Envía</a:t>
            </a:r>
            <a:r>
              <a:rPr lang="es-419"/>
              <a:t> el archivo de arduino blocks por la plataforma en respuesta al cuestionario y termina.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vez termines, quedate sentado en tu lugar de trabajo hasta que se termine el tiempo de la evaluación, de manera silenciosa.</a:t>
            </a:r>
            <a:endParaRPr/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800" y="1728775"/>
            <a:ext cx="4365459" cy="3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