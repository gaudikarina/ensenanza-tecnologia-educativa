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07e4a41af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07e4a41af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d95adf6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d95adf6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dd95adf6b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dd95adf6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dd95adf6b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dd95adf6b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dd95adf6b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dd95adf6b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dd95adf6b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dd95adf6b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dd95adf6b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dd95adf6b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dd95adf6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dd95adf6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dd95adf6b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dd95adf6b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dd95adf6b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dd95adf6b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Siga las Instrucciones: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Tiempo de ejecución 50 minutos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198525" y="1964200"/>
            <a:ext cx="8154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R</a:t>
            </a:r>
            <a:r>
              <a:rPr lang="es-419" sz="1800"/>
              <a:t>ealice la programación en Arduino Blocks que se solicita.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800"/>
              <a:t>En este ejercicio añadirá variables, funciones y utilizará el módulo de comunicación.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800"/>
              <a:t>Para ello se explicará detalladamente como hacerlo.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800"/>
              <a:t>Lea con atención las instrucciones y sigalas, es fundamental para que su evaluación sea exitosa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375" y="907625"/>
            <a:ext cx="6923100" cy="17496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654675" y="3114575"/>
            <a:ext cx="571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Iniciar Baudios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diríjase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a: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6400" y="3587725"/>
            <a:ext cx="20955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5750" y="1875500"/>
            <a:ext cx="1721850" cy="326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/>
          <p:nvPr/>
        </p:nvSpPr>
        <p:spPr>
          <a:xfrm>
            <a:off x="6384025" y="1873375"/>
            <a:ext cx="1191600" cy="3276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300" y="953463"/>
            <a:ext cx="610552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702675" y="1942576"/>
            <a:ext cx="1861500" cy="2487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16"/>
          <p:cNvCxnSpPr>
            <a:stCxn id="91" idx="2"/>
          </p:cNvCxnSpPr>
          <p:nvPr/>
        </p:nvCxnSpPr>
        <p:spPr>
          <a:xfrm flipH="1" rot="-5400000">
            <a:off x="2320425" y="1504276"/>
            <a:ext cx="169200" cy="15432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3" name="Google Shape;93;p16"/>
          <p:cNvSpPr txBox="1"/>
          <p:nvPr/>
        </p:nvSpPr>
        <p:spPr>
          <a:xfrm>
            <a:off x="3176625" y="213626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4056500" y="1705175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numérica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1717562" y="28519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3858925" y="2887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5373450" y="3135725"/>
            <a:ext cx="355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Coloca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Velocidad 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188" y="952500"/>
            <a:ext cx="610552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711425" y="2146975"/>
            <a:ext cx="882000" cy="2931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2161925" y="209341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Función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2954325" y="2146975"/>
            <a:ext cx="5970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función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Funciones y para este caso escoge el bloque +para hacer algo y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coloca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parar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y dentro de ese bloque va la programación que se muestra en la figura, este bloque va libre en cualquier parte del panel.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" name="Google Shape;107;p17"/>
          <p:cNvCxnSpPr>
            <a:stCxn id="104" idx="3"/>
            <a:endCxn id="105" idx="1"/>
          </p:cNvCxnSpPr>
          <p:nvPr/>
        </p:nvCxnSpPr>
        <p:spPr>
          <a:xfrm>
            <a:off x="1593425" y="2293525"/>
            <a:ext cx="5685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8" name="Google Shape;108;p17"/>
          <p:cNvGrpSpPr/>
          <p:nvPr/>
        </p:nvGrpSpPr>
        <p:grpSpPr>
          <a:xfrm>
            <a:off x="240650" y="3123513"/>
            <a:ext cx="3676650" cy="1819275"/>
            <a:chOff x="1579000" y="2651138"/>
            <a:chExt cx="3676650" cy="1819275"/>
          </a:xfrm>
        </p:grpSpPr>
        <p:pic>
          <p:nvPicPr>
            <p:cNvPr id="109" name="Google Shape;109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79000" y="2651138"/>
              <a:ext cx="3676650" cy="1819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7"/>
            <p:cNvSpPr/>
            <p:nvPr/>
          </p:nvSpPr>
          <p:spPr>
            <a:xfrm>
              <a:off x="3334050" y="2671825"/>
              <a:ext cx="1697100" cy="6999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1" name="Google Shape;11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9500" y="3209238"/>
            <a:ext cx="470535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625" y="1357950"/>
            <a:ext cx="56578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7813" y="3160900"/>
            <a:ext cx="604837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163" y="2014000"/>
            <a:ext cx="5781675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917" y="744700"/>
            <a:ext cx="3475931" cy="32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33" name="Google Shape;133;p20"/>
          <p:cNvSpPr txBox="1"/>
          <p:nvPr/>
        </p:nvSpPr>
        <p:spPr>
          <a:xfrm>
            <a:off x="5394850" y="717350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boolean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5470238" y="14873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/>
          <p:nvPr/>
        </p:nvSpPr>
        <p:spPr>
          <a:xfrm>
            <a:off x="7672800" y="2091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 txBox="1"/>
          <p:nvPr/>
        </p:nvSpPr>
        <p:spPr>
          <a:xfrm>
            <a:off x="436880" y="3971050"/>
            <a:ext cx="4848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Debes crear dos, una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Derecho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y otra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Izquierdo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Al ser del mismo tipo se activará un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menú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desplegable donde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podrás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escoger la variable como se muestra en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6978" y="3452875"/>
            <a:ext cx="2888625" cy="15186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20"/>
          <p:cNvCxnSpPr/>
          <p:nvPr/>
        </p:nvCxnSpPr>
        <p:spPr>
          <a:xfrm flipH="1" rot="10800000">
            <a:off x="4969825" y="4310625"/>
            <a:ext cx="909900" cy="463500"/>
          </a:xfrm>
          <a:prstGeom prst="straightConnector1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20"/>
          <p:cNvSpPr/>
          <p:nvPr/>
        </p:nvSpPr>
        <p:spPr>
          <a:xfrm>
            <a:off x="947600" y="953750"/>
            <a:ext cx="1677900" cy="1692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" name="Google Shape;140;p20"/>
          <p:cNvCxnSpPr>
            <a:stCxn id="139" idx="0"/>
          </p:cNvCxnSpPr>
          <p:nvPr/>
        </p:nvCxnSpPr>
        <p:spPr>
          <a:xfrm rot="-5400000">
            <a:off x="2640800" y="-86800"/>
            <a:ext cx="186300" cy="18948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1" name="Google Shape;141;p20"/>
          <p:cNvSpPr txBox="1"/>
          <p:nvPr/>
        </p:nvSpPr>
        <p:spPr>
          <a:xfrm>
            <a:off x="3773150" y="553550"/>
            <a:ext cx="9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pic>
        <p:nvPicPr>
          <p:cNvPr id="147" name="Google Shape;147;p21"/>
          <p:cNvPicPr preferRelativeResize="0"/>
          <p:nvPr/>
        </p:nvPicPr>
        <p:blipFill rotWithShape="1">
          <a:blip r:embed="rId3">
            <a:alphaModFix/>
          </a:blip>
          <a:srcRect b="0" l="0" r="0" t="64759"/>
          <a:stretch/>
        </p:blipFill>
        <p:spPr>
          <a:xfrm>
            <a:off x="416700" y="1832075"/>
            <a:ext cx="5795275" cy="1172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21"/>
          <p:cNvCxnSpPr/>
          <p:nvPr/>
        </p:nvCxnSpPr>
        <p:spPr>
          <a:xfrm flipH="1" rot="10800000">
            <a:off x="2319350" y="1333600"/>
            <a:ext cx="3892500" cy="6909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9" name="Google Shape;149;p21"/>
          <p:cNvSpPr txBox="1"/>
          <p:nvPr/>
        </p:nvSpPr>
        <p:spPr>
          <a:xfrm>
            <a:off x="6246975" y="1071025"/>
            <a:ext cx="252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Tiempo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0" name="Google Shape;15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8625" y="1870475"/>
            <a:ext cx="325755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/>
          <p:nvPr/>
        </p:nvSpPr>
        <p:spPr>
          <a:xfrm>
            <a:off x="7760275" y="2050750"/>
            <a:ext cx="1224600" cy="521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3648950" y="2138225"/>
            <a:ext cx="271200" cy="699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2520500" y="3501225"/>
            <a:ext cx="2528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4" name="Google Shape;15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1250" y="4281450"/>
            <a:ext cx="2456507" cy="69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21"/>
          <p:cNvCxnSpPr>
            <a:stCxn id="152" idx="1"/>
          </p:cNvCxnSpPr>
          <p:nvPr/>
        </p:nvCxnSpPr>
        <p:spPr>
          <a:xfrm>
            <a:off x="3920150" y="2488175"/>
            <a:ext cx="122400" cy="936000"/>
          </a:xfrm>
          <a:prstGeom prst="bentConnector4">
            <a:avLst>
              <a:gd fmla="val 443076" name="adj1"/>
              <a:gd fmla="val 68694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Felicitaciones </a:t>
            </a:r>
            <a:r>
              <a:rPr lang="es-419"/>
              <a:t>estás</a:t>
            </a:r>
            <a:r>
              <a:rPr lang="es-419"/>
              <a:t> terminando</a:t>
            </a:r>
            <a:endParaRPr/>
          </a:p>
        </p:txBody>
      </p:sp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198525" y="1964188"/>
            <a:ext cx="3999900" cy="27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Envía</a:t>
            </a:r>
            <a:r>
              <a:rPr lang="es-419"/>
              <a:t> el archivo de arduino blocks por la plataforma en respuesta al cuestionario y termina.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Una vez termines, quedate sentado en tu lugar de trabajo hasta que se termine el tiempo de la evaluación, de manera silenciosa.</a:t>
            </a:r>
            <a:endParaRPr/>
          </a:p>
        </p:txBody>
      </p:sp>
      <p:pic>
        <p:nvPicPr>
          <p:cNvPr id="162" name="Google Shape;1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800" y="1728775"/>
            <a:ext cx="4365459" cy="33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