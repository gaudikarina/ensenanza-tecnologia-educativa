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7e4a41af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7e4a41af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d95adf6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d95adf6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d95adf6b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d95adf6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dd95adf6b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dd95adf6b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dd95adf6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dd95adf6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dd95adf6b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dd95adf6b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dd95adf6b5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dd95adf6b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dd95adf6b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dd95adf6b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d95adf6b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d95adf6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dd95adf6b5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dd95adf6b5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Robot seguidor de línea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Evaluación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Siga las Instrucciones: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Tiempo de ejecución 50 minutos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198525" y="1964200"/>
            <a:ext cx="8154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/>
              <a:t>R</a:t>
            </a:r>
            <a:r>
              <a:rPr lang="es-419" sz="1800"/>
              <a:t>ealice la programación en Arduino Blocks que se solicita.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En este ejercicio añadirá variables, funciones y utilizará el módulo de comunicación.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800"/>
              <a:t>Para ello se explicará detalladamente como hacerlo.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800"/>
              <a:t>Lea con atención las instrucciones y sigalas, es fundamental para que su evaluación sea exitosa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688" y="1117138"/>
            <a:ext cx="6410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654675" y="3114575"/>
            <a:ext cx="571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Iniciar Baudios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diríjase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a: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6400" y="3587725"/>
            <a:ext cx="2095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5750" y="1875500"/>
            <a:ext cx="1721850" cy="326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6384025" y="1873375"/>
            <a:ext cx="1191600" cy="3276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13" y="863938"/>
            <a:ext cx="6410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02675" y="1942576"/>
            <a:ext cx="1861500" cy="2487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16"/>
          <p:cNvCxnSpPr>
            <a:stCxn id="91" idx="2"/>
          </p:cNvCxnSpPr>
          <p:nvPr/>
        </p:nvCxnSpPr>
        <p:spPr>
          <a:xfrm flipH="1" rot="-5400000">
            <a:off x="2320425" y="1504276"/>
            <a:ext cx="169200" cy="15432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93" name="Google Shape;93;p16"/>
          <p:cNvSpPr txBox="1"/>
          <p:nvPr/>
        </p:nvSpPr>
        <p:spPr>
          <a:xfrm>
            <a:off x="3176625" y="213626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056500" y="1705175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numérica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1717562" y="28519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3858925" y="2887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5373450" y="3135725"/>
            <a:ext cx="355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Coloca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Velocidad 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263" y="847338"/>
            <a:ext cx="6410325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711425" y="2146975"/>
            <a:ext cx="882000" cy="2931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2161925" y="2093413"/>
            <a:ext cx="169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Función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54325" y="2146975"/>
            <a:ext cx="5970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función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Funciones y para este caso escoge el bloque +para hacer algo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coloca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parar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y dentro de ese bloque va la programación que se muestra en la figura, este bloque va libre en cualquier parte del panel.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" name="Google Shape;107;p17"/>
          <p:cNvCxnSpPr>
            <a:stCxn id="104" idx="3"/>
            <a:endCxn id="105" idx="1"/>
          </p:cNvCxnSpPr>
          <p:nvPr/>
        </p:nvCxnSpPr>
        <p:spPr>
          <a:xfrm>
            <a:off x="1593425" y="2293525"/>
            <a:ext cx="568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8" name="Google Shape;108;p17"/>
          <p:cNvGrpSpPr/>
          <p:nvPr/>
        </p:nvGrpSpPr>
        <p:grpSpPr>
          <a:xfrm>
            <a:off x="240650" y="3123513"/>
            <a:ext cx="3676650" cy="1819275"/>
            <a:chOff x="1579000" y="2651138"/>
            <a:chExt cx="3676650" cy="1819275"/>
          </a:xfrm>
        </p:grpSpPr>
        <p:pic>
          <p:nvPicPr>
            <p:cNvPr id="109" name="Google Shape;109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79000" y="2651138"/>
              <a:ext cx="3676650" cy="1819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/>
            <p:nvPr/>
          </p:nvSpPr>
          <p:spPr>
            <a:xfrm>
              <a:off x="3334050" y="2671825"/>
              <a:ext cx="1697100" cy="6999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500" y="3209238"/>
            <a:ext cx="47053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625" y="1357950"/>
            <a:ext cx="565785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7813" y="3160900"/>
            <a:ext cx="60483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417575" y="782375"/>
            <a:ext cx="855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Siguiendo el procedimiento anterior realiza las funciones: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avanzar, girar derecha y girar izquierda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como se muestran en las figuras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1163" y="2014000"/>
            <a:ext cx="5781675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830" y="715075"/>
            <a:ext cx="3659320" cy="32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5394850" y="717350"/>
            <a:ext cx="355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Para hacer una variable en AB debes: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Ir a Variables/Crear Variable, para este caso es una variable tipo boolean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 rotWithShape="1">
          <a:blip r:embed="rId4">
            <a:alphaModFix/>
          </a:blip>
          <a:srcRect b="0" l="0" r="27114" t="0"/>
          <a:stretch/>
        </p:blipFill>
        <p:spPr>
          <a:xfrm>
            <a:off x="5470238" y="1487325"/>
            <a:ext cx="3400625" cy="171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/>
          <p:nvPr/>
        </p:nvSpPr>
        <p:spPr>
          <a:xfrm>
            <a:off x="7672800" y="2091025"/>
            <a:ext cx="1198200" cy="2487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 txBox="1"/>
          <p:nvPr/>
        </p:nvSpPr>
        <p:spPr>
          <a:xfrm>
            <a:off x="436880" y="3971050"/>
            <a:ext cx="4848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Debes crear dos, una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Derecho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otra con el nombre </a:t>
            </a:r>
            <a:r>
              <a:rPr b="1" lang="es-419">
                <a:latin typeface="Roboto"/>
                <a:ea typeface="Roboto"/>
                <a:cs typeface="Roboto"/>
                <a:sym typeface="Roboto"/>
              </a:rPr>
              <a:t>Sensor Izquierdo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ser del mismo tipo se activará un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menú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desplegable donde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podrás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escoger la variable como se muestra en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6978" y="3452875"/>
            <a:ext cx="2888625" cy="15186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0"/>
          <p:cNvCxnSpPr/>
          <p:nvPr/>
        </p:nvCxnSpPr>
        <p:spPr>
          <a:xfrm flipH="1" rot="10800000">
            <a:off x="4969825" y="4310625"/>
            <a:ext cx="909900" cy="463500"/>
          </a:xfrm>
          <a:prstGeom prst="straightConnector1">
            <a:avLst/>
          </a:prstGeom>
          <a:noFill/>
          <a:ln cap="flat" cmpd="sng" w="38100">
            <a:solidFill>
              <a:srgbClr val="274E1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947600" y="953750"/>
            <a:ext cx="1677900" cy="169200"/>
          </a:xfrm>
          <a:prstGeom prst="rect">
            <a:avLst/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>
            <a:stCxn id="139" idx="0"/>
          </p:cNvCxnSpPr>
          <p:nvPr/>
        </p:nvCxnSpPr>
        <p:spPr>
          <a:xfrm rot="-5400000">
            <a:off x="2640800" y="-86800"/>
            <a:ext cx="186300" cy="1894800"/>
          </a:xfrm>
          <a:prstGeom prst="bentConnector2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1" name="Google Shape;141;p20"/>
          <p:cNvSpPr txBox="1"/>
          <p:nvPr/>
        </p:nvSpPr>
        <p:spPr>
          <a:xfrm>
            <a:off x="3773150" y="553550"/>
            <a:ext cx="90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Variable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Realice este programa en Arduino Blocks:</a:t>
            </a:r>
            <a:endParaRPr/>
          </a:p>
        </p:txBody>
      </p:sp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64759"/>
          <a:stretch/>
        </p:blipFill>
        <p:spPr>
          <a:xfrm>
            <a:off x="416700" y="1832075"/>
            <a:ext cx="5795275" cy="1172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8" name="Google Shape;148;p21"/>
          <p:cNvCxnSpPr/>
          <p:nvPr/>
        </p:nvCxnSpPr>
        <p:spPr>
          <a:xfrm flipH="1" rot="10800000">
            <a:off x="2319350" y="1333600"/>
            <a:ext cx="3892500" cy="690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9" name="Google Shape;149;p21"/>
          <p:cNvSpPr txBox="1"/>
          <p:nvPr/>
        </p:nvSpPr>
        <p:spPr>
          <a:xfrm>
            <a:off x="6246975" y="1071025"/>
            <a:ext cx="252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Tiempo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625" y="1870475"/>
            <a:ext cx="325755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/>
          <p:nvPr/>
        </p:nvSpPr>
        <p:spPr>
          <a:xfrm>
            <a:off x="7760275" y="2050750"/>
            <a:ext cx="1224600" cy="521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648950" y="2138225"/>
            <a:ext cx="271200" cy="699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2520500" y="3501225"/>
            <a:ext cx="2528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Este comando lo encontrarás en  Comunicaciones/Puerto Serie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250" y="4281450"/>
            <a:ext cx="2456507" cy="699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21"/>
          <p:cNvCxnSpPr>
            <a:stCxn id="152" idx="1"/>
          </p:cNvCxnSpPr>
          <p:nvPr/>
        </p:nvCxnSpPr>
        <p:spPr>
          <a:xfrm>
            <a:off x="3920150" y="2488175"/>
            <a:ext cx="122400" cy="936000"/>
          </a:xfrm>
          <a:prstGeom prst="bentConnector4">
            <a:avLst>
              <a:gd fmla="val 443076" name="adj1"/>
              <a:gd fmla="val 68694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471900" y="430300"/>
            <a:ext cx="8222100" cy="10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Felicitaciones </a:t>
            </a:r>
            <a:r>
              <a:rPr lang="es-419"/>
              <a:t>estás</a:t>
            </a:r>
            <a:r>
              <a:rPr lang="es-419"/>
              <a:t> terminando</a:t>
            </a:r>
            <a:endParaRPr/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198525" y="1964188"/>
            <a:ext cx="3999900" cy="271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Envía</a:t>
            </a:r>
            <a:r>
              <a:rPr lang="es-419"/>
              <a:t> el archivo de arduino blocks por la plataforma en respuesta al cuestionario y termina.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Una vez termines, quedate sentado en tu lugar de trabajo hasta que se termine el tiempo de la evaluación, de manera silenciosa.</a:t>
            </a:r>
            <a:endParaRPr/>
          </a:p>
        </p:txBody>
      </p:sp>
      <p:pic>
        <p:nvPicPr>
          <p:cNvPr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0800" y="1728775"/>
            <a:ext cx="4365459" cy="333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