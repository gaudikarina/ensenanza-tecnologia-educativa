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362184-B243-4DEF-B37D-4212AFED6B3A}">
  <a:tblStyle styleId="{6A362184-B243-4DEF-B37D-4212AFED6B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7e4a41af1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7e4a41af1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30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el siguiente circuito, realice la programación en Arduino Blocks que se solicita.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ejercicio añadirá variables, funciones y utilizará el módulo de comunicación.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Para ello se explicará detalladamente como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Lea con atención las instrucciones y sigalas, es fundamental para que su evaluación sea exitosa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150" y="1919075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Conexiones: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7074175" y="146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{6A362184-B243-4DEF-B37D-4212AFED6B3A}</a:tableStyleId>
              </a:tblPr>
              <a:tblGrid>
                <a:gridCol w="7711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L298N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5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In1A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In2A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In3B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In4B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82" name="Google Shape;82;p15"/>
          <p:cNvGraphicFramePr/>
          <p:nvPr/>
        </p:nvGraphicFramePr>
        <p:xfrm>
          <a:off x="5108663" y="1859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{6A362184-B243-4DEF-B37D-4212AFED6B3A}</a:tableStyleId>
              </a:tblPr>
              <a:tblGrid>
                <a:gridCol w="10690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TCRT5000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Izquierdo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Derecho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0" y="1330988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938" y="881325"/>
            <a:ext cx="7286625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63" y="802038"/>
            <a:ext cx="7286625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>
            <a:stCxn id="100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" name="Google Shape;102;p17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13" y="781050"/>
            <a:ext cx="7286625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8"/>
          <p:cNvCxnSpPr>
            <a:stCxn id="113" idx="3"/>
            <a:endCxn id="114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7" name="Google Shape;117;p18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18" name="Google Shape;11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8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750" y="740638"/>
            <a:ext cx="3551400" cy="32612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1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21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1"/>
          <p:cNvCxnSpPr>
            <a:stCxn id="148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" name="Google Shape;150;p21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2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22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2"/>
          <p:cNvCxnSpPr>
            <a:stCxn id="161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