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24C1B4-6619-4F9D-8988-E0BD5370398D}">
  <a:tblStyle styleId="{6124C1B4-6619-4F9D-8988-E0BD537039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Robot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c2c04b01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ec2c04b01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c2c04b01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ec2c04b01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c2c04b012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ec2c04b012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ec2c04b01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ec2c04b01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ec2c04b01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ec2c04b01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ec2c04b01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ec2c04b01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ec2c04b012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ec2c04b012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ec2c04b012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ec2c04b012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ec2c04b012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ec2c04b012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OcALYGQ3_R9oqMLP_IBal2aa9TLAQjUc/view" TargetMode="External"/><Relationship Id="rId5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PYTf0hvAeHxmSZHy53bWQYdNAtlRfBxr/vie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 Ejercicio 02</a:t>
            </a:r>
            <a:endParaRPr/>
          </a:p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 Evaluada Avance 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02: 12 puntos</a:t>
            </a:r>
            <a:endParaRPr/>
          </a:p>
        </p:txBody>
      </p:sp>
      <p:sp>
        <p:nvSpPr>
          <p:cNvPr id="132" name="Google Shape;132;p26"/>
          <p:cNvSpPr txBox="1"/>
          <p:nvPr/>
        </p:nvSpPr>
        <p:spPr>
          <a:xfrm>
            <a:off x="47725" y="842225"/>
            <a:ext cx="8067000" cy="42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RESUELVA EL RETO COMO MUESTRA EL VIDEO, SI SE SABE QUE: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Inicia con octágono (8 lados)  y termina con triángulo (3 lados).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Lado inicial = 50 cm (octágono)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Lado final = 25 cm (triángulo)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Para calcular los grados de cada polígono utilice la fórmula </a:t>
            </a:r>
            <a:r>
              <a:rPr b="1" lang="es-419" sz="21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Grado = 360/(Número de lados)</a:t>
            </a:r>
            <a:endParaRPr b="1" sz="21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Utiliza funciones y variables.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Al finalizar guarda el archivo y aparecerá en la sesión de la profesora con tu nombre de usuario.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sp>
        <p:nvSpPr>
          <p:cNvPr id="138" name="Google Shape;138;p27"/>
          <p:cNvSpPr txBox="1"/>
          <p:nvPr/>
        </p:nvSpPr>
        <p:spPr>
          <a:xfrm>
            <a:off x="652525" y="728850"/>
            <a:ext cx="73374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Identificar el algoritmo repetitivo para dibujar cada polígono </a:t>
            </a: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(función)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: de acuerdo a lo visto en clase sabemos que para dibujar un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triángulo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, un cuadrado, etc, el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algoritmo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es: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Mover hacia adelante la distancia del </a:t>
            </a: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tamaño del lado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del polígono.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Girar los grados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que corresponde dependiendo el tipo de figura.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Repetir dependiendo de la figura, es decir: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 veces para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triángulo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4 veces para cuadrado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5 veces para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pentágono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6 veces para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hexágono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7 veces para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heptágono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8 veces para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octágono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9563" y="3327913"/>
            <a:ext cx="3571875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sp>
        <p:nvSpPr>
          <p:cNvPr id="145" name="Google Shape;145;p28"/>
          <p:cNvSpPr txBox="1"/>
          <p:nvPr/>
        </p:nvSpPr>
        <p:spPr>
          <a:xfrm>
            <a:off x="463050" y="692150"/>
            <a:ext cx="82179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 startAt="2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Identificación de variables: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son aquellas que van a cambiar durante la ejecución del programa, en este caso, los valores que cambian son: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Tamaño del lado: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el problema nos indica que: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Lado inicial = 50 cm (octágono)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Lado final = 25 cm (triángulo)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Esto quiere decir que iniciamos con un tamaño de lado: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Octágono (8 lados) =50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Heptágono (7 lados) = 45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Hexágono (6 lados)= 40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Pentágono (5 lados)=35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Cuadrado =30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Triangulo =25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Nro de veces: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esta variable me va a indicar el número de veces que voy a repetir el algoritmo de dibujar línea y girar, dependiendo del tipo de polígono,</a:t>
            </a:r>
            <a:b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sp>
        <p:nvSpPr>
          <p:cNvPr id="151" name="Google Shape;151;p29"/>
          <p:cNvSpPr txBox="1"/>
          <p:nvPr/>
        </p:nvSpPr>
        <p:spPr>
          <a:xfrm>
            <a:off x="463050" y="692150"/>
            <a:ext cx="82179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 startAt="2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Identificación de variables: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son aquellas que van a cambiar durante la ejecución del programa, en este caso, los valores que cambian son: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 startAt="3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Grados: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el enunciado del programa me indica que para hallar el valor en grados de cada poligono se aplica la formula: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Grado = 360/(Número de lados), </a:t>
            </a:r>
            <a:endParaRPr b="1" sz="21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por lo tanto, esta es otra variable del programa que se modificará cada vez que empecemos a dibujar un nuevo polígono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750" y="3255250"/>
            <a:ext cx="6680499" cy="11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sp>
        <p:nvSpPr>
          <p:cNvPr id="158" name="Google Shape;158;p30"/>
          <p:cNvSpPr txBox="1"/>
          <p:nvPr/>
        </p:nvSpPr>
        <p:spPr>
          <a:xfrm>
            <a:off x="463050" y="692150"/>
            <a:ext cx="821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 startAt="3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Uso de variables en el </a:t>
            </a: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algoritmo</a:t>
            </a: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que se repite: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Una vez identificado el algoritmo que se repite y los valores que cambian se adapta este conocimiento en el programa:</a:t>
            </a:r>
            <a:endParaRPr b="1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025" y="1663000"/>
            <a:ext cx="40005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/>
          <p:nvPr/>
        </p:nvSpPr>
        <p:spPr>
          <a:xfrm>
            <a:off x="604225" y="3449300"/>
            <a:ext cx="3555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 startAt="4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Crear la función: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 este caso se creará una función llamada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polígono que contendrá los bloques mostrados arriba.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763" y="3087100"/>
            <a:ext cx="4181475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sp>
        <p:nvSpPr>
          <p:cNvPr id="167" name="Google Shape;167;p31"/>
          <p:cNvSpPr txBox="1"/>
          <p:nvPr/>
        </p:nvSpPr>
        <p:spPr>
          <a:xfrm>
            <a:off x="463050" y="692150"/>
            <a:ext cx="8217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 startAt="3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Identificar los pasos del programa principal:</a:t>
            </a: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para resolver este problema el programa principal debe dibujar 6 polígonos desde el octágono hasta el triángulo, para ello debemos realizar dentro de un bloque de repetir 6 veces: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LLamar a la </a:t>
            </a: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función polígono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(esta función dibujara el primer polígono que es un octágono ya que los valores en los que se inicializaron las variables corresponde a un octágono como se puede ver en la figura.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800" y="3443350"/>
            <a:ext cx="6680499" cy="11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sp>
        <p:nvSpPr>
          <p:cNvPr id="174" name="Google Shape;174;p32"/>
          <p:cNvSpPr txBox="1"/>
          <p:nvPr/>
        </p:nvSpPr>
        <p:spPr>
          <a:xfrm>
            <a:off x="463050" y="692150"/>
            <a:ext cx="8217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 startAt="3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Identificar los pasos del programa principal: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para resolver este problema el programa principal debe dibujar 6 polígonos desde el octágono hasta el triángulo, para ello debemos realizar dentro de un bloque de repetir 6 veces: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 startAt="2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Después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que dibuje el  polígono debemos: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Modificar el nrodeveces: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nrodeveces=nrodeveces-1, (esto hace que ahora se repita 7 veces y no 8, y asi dibujaria un heptagono y no un octagono).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Modificar el tamaño del lado: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lado=lado - 5; como vimos anteriormente el valor de los lados de cada poligono difiere en 5 cm.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romanLcPeriod"/>
            </a:pPr>
            <a:r>
              <a:rPr b="1"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Modificar el grado: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el grado de cada poligono depende del numero de lados del poligono que es igual al nro de veces que debemos repetir al dibujar.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4125"/>
            <a:ext cx="8839200" cy="3115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3" title="solucionorfunciones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7100" y="3249475"/>
            <a:ext cx="2419400" cy="18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de Recuperación</a:t>
            </a:r>
            <a:endParaRPr/>
          </a:p>
        </p:txBody>
      </p:sp>
      <p:sp>
        <p:nvSpPr>
          <p:cNvPr id="187" name="Google Shape;187;p34"/>
          <p:cNvSpPr txBox="1"/>
          <p:nvPr/>
        </p:nvSpPr>
        <p:spPr>
          <a:xfrm>
            <a:off x="228250" y="758200"/>
            <a:ext cx="821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Modifique el programa anterior para que el robot dibuje primero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polígonos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de lados impares en el cuadrante superior izquierdo y luego dibuje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polígonos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de lados pares en el cuadrante superior derecho, el valor de los lados se anexan en la tabla,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observe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el video solución.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8" name="Google Shape;188;p34"/>
          <p:cNvGraphicFramePr/>
          <p:nvPr/>
        </p:nvGraphicFramePr>
        <p:xfrm>
          <a:off x="600300" y="214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{6124C1B4-6619-4F9D-8988-E0BD5370398D}</a:tableStyleId>
              </a:tblPr>
              <a:tblGrid>
                <a:gridCol w="1149400"/>
                <a:gridCol w="1046650"/>
                <a:gridCol w="1164050"/>
                <a:gridCol w="973300"/>
              </a:tblGrid>
              <a:tr h="33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Nro de lados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Tamaño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Nro de lados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Tamaño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4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6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20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8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30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9" name="Google Shape;189;p34" title="recuperativoo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3150" y="2190350"/>
            <a:ext cx="3406625" cy="255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