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50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200"/>
            <a:ext cx="8154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</a:t>
            </a:r>
            <a:r>
              <a:rPr lang="es-419" sz="1800"/>
              <a:t>ealice la programación en Arduino Blocks que se solicita.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En este ejercicio añadirá variables, funciones y utilizará el módulo de comunicación.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Para ello se explicará detalladamente como hacerlo.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Lea con atención las instrucciones y sigalas, es fundamental para que su evaluación sea exitosa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75" y="907625"/>
            <a:ext cx="6923100" cy="17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300" y="953463"/>
            <a:ext cx="61055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6"/>
          <p:cNvCxnSpPr>
            <a:stCxn id="91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" name="Google Shape;93;p16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88" y="952500"/>
            <a:ext cx="61055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7"/>
          <p:cNvCxnSpPr>
            <a:stCxn id="104" idx="3"/>
            <a:endCxn id="105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750" y="740638"/>
            <a:ext cx="3551400" cy="32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0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" name="Google Shape;141;p20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1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>
            <a:stCxn id="152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