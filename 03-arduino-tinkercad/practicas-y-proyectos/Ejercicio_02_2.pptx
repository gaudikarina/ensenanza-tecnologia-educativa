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88" y="11171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13" y="8639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63" y="8473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50" y="740638"/>
            <a:ext cx="3551400" cy="32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