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83EFCC-2628-4945-9109-E5F41C38888F}">
  <a:tblStyle styleId="{0583EFCC-2628-4945-9109-E5F41C3888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7e4a41af1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7e4a41af1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30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el siguiente circuito, realice la programación en Arduino Blocks que se solicita.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ejercicio añadirá variables, funciones y utilizará el módulo de comunicación.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Para ello se explicará detalladamente como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Lea con atención las instrucciones y sigalas, es fundamental para que su evaluación sea exitosa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150" y="1919075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Conexiones: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7074175" y="146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{0583EFCC-2628-4945-9109-E5F41C38888F}</a:tableStyleId>
              </a:tblPr>
              <a:tblGrid>
                <a:gridCol w="7711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L298N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3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In1A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In2A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In3B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In4B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9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82" name="Google Shape;82;p15"/>
          <p:cNvGraphicFramePr/>
          <p:nvPr/>
        </p:nvGraphicFramePr>
        <p:xfrm>
          <a:off x="5108663" y="1859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{0583EFCC-2628-4945-9109-E5F41C38888F}</a:tableStyleId>
              </a:tblPr>
              <a:tblGrid>
                <a:gridCol w="10690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TCRT5000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Izquierdo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Derecho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08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0" y="1330988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50" y="909050"/>
            <a:ext cx="691515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550" y="859188"/>
            <a:ext cx="691515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>
            <a:stCxn id="100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" name="Google Shape;102;p17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50" y="819150"/>
            <a:ext cx="691515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8"/>
          <p:cNvCxnSpPr>
            <a:stCxn id="113" idx="3"/>
            <a:endCxn id="114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7" name="Google Shape;117;p18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18" name="Google Shape;11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8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850" y="767450"/>
            <a:ext cx="3611672" cy="323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1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21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1"/>
          <p:cNvCxnSpPr>
            <a:stCxn id="148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" name="Google Shape;150;p21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2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22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2"/>
          <p:cNvCxnSpPr>
            <a:stCxn id="161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