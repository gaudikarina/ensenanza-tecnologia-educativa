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obo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-regular.fntdata"/><Relationship Id="rId21" Type="http://schemas.openxmlformats.org/officeDocument/2006/relationships/slide" Target="slides/slide16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df4c9fd88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df4c9fd8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df7380b9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df7380b9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df7380b9b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df7380b9b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df7380b9b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df7380b9b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df7380b9b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df7380b9b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df7380b9b9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df7380b9b9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df7380b9b9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1df7380b9b9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df7380b9b9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df7380b9b9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df7380b9b9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df7380b9b9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df7380b9b9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df7380b9b9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df7380b9b9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df7380b9b9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df7380b9b9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df7380b9b9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df7380b9b9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df7380b9b9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df7380b9b9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1df7380b9b9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df7380b9b9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df7380b9b9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Relationship Id="rId4" Type="http://schemas.openxmlformats.org/officeDocument/2006/relationships/image" Target="../media/image27.png"/><Relationship Id="rId5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Relationship Id="rId4" Type="http://schemas.openxmlformats.org/officeDocument/2006/relationships/image" Target="../media/image28.png"/><Relationship Id="rId5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Prácticas de Arduino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Hardware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Entradas Digitales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0" y="1692150"/>
            <a:ext cx="3651600" cy="34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s-419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Arduino incorpora múltiples pines que pueden funcionar como entrada y salida. Vamos a probar a utilizar como entrada para leer datos de sensores externos.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s-419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 entradas digitales permiten leer un valor ON / OFF según el voltaje que se aplique en el pin correspondiente.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s-419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 se aplica un voltaje menor de 2v se leerá un valor LOW (un “0” lógico)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s-419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 se aplica un valor mayor de 3v se leerá un valor HIGH (un “1” lógico)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s-419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esquema para conectar un pulsador/interruptor a una entrada digital de Arduino es</a:t>
            </a:r>
            <a:endParaRPr/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4013" y="2124375"/>
            <a:ext cx="262890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5350" y="2124375"/>
            <a:ext cx="2373875" cy="21260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Montaje 01</a:t>
            </a:r>
            <a:endParaRPr/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850" y="1745675"/>
            <a:ext cx="3047200" cy="323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7275" y="1950600"/>
            <a:ext cx="4067175" cy="2181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4" name="Google Shape;84;p15"/>
          <p:cNvCxnSpPr/>
          <p:nvPr/>
        </p:nvCxnSpPr>
        <p:spPr>
          <a:xfrm flipH="1" rot="10800000">
            <a:off x="2095575" y="2010775"/>
            <a:ext cx="10800" cy="38910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" name="Google Shape;85;p15"/>
          <p:cNvSpPr txBox="1"/>
          <p:nvPr/>
        </p:nvSpPr>
        <p:spPr>
          <a:xfrm>
            <a:off x="1901100" y="1610575"/>
            <a:ext cx="73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10 KΩ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1166400" y="1610575"/>
            <a:ext cx="73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220 Ω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" name="Google Shape;87;p15"/>
          <p:cNvCxnSpPr/>
          <p:nvPr/>
        </p:nvCxnSpPr>
        <p:spPr>
          <a:xfrm flipH="1" rot="10800000">
            <a:off x="1351100" y="2010775"/>
            <a:ext cx="10800" cy="38910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" name="Google Shape;88;p15"/>
          <p:cNvSpPr txBox="1"/>
          <p:nvPr/>
        </p:nvSpPr>
        <p:spPr>
          <a:xfrm>
            <a:off x="7120225" y="2625563"/>
            <a:ext cx="1793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Activa lógica invertida y mira que sucede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Montaje 02</a:t>
            </a:r>
            <a:endParaRPr/>
          </a:p>
        </p:txBody>
      </p:sp>
      <p:pic>
        <p:nvPicPr>
          <p:cNvPr id="94" name="Google Shape;9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850" y="1745675"/>
            <a:ext cx="3047200" cy="323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" name="Google Shape;95;p16"/>
          <p:cNvCxnSpPr/>
          <p:nvPr/>
        </p:nvCxnSpPr>
        <p:spPr>
          <a:xfrm flipH="1" rot="10800000">
            <a:off x="2095575" y="2010775"/>
            <a:ext cx="10800" cy="38910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" name="Google Shape;96;p16"/>
          <p:cNvSpPr txBox="1"/>
          <p:nvPr/>
        </p:nvSpPr>
        <p:spPr>
          <a:xfrm>
            <a:off x="1901100" y="1610575"/>
            <a:ext cx="73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10 KΩ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1166400" y="1610575"/>
            <a:ext cx="73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220 Ω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8" name="Google Shape;98;p16"/>
          <p:cNvCxnSpPr/>
          <p:nvPr/>
        </p:nvCxnSpPr>
        <p:spPr>
          <a:xfrm flipH="1" rot="10800000">
            <a:off x="1351100" y="2010775"/>
            <a:ext cx="10800" cy="38910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99" name="Google Shape;9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98700" y="1712363"/>
            <a:ext cx="4315175" cy="330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652" y="1929625"/>
            <a:ext cx="2679525" cy="316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Montaje 03</a:t>
            </a:r>
            <a:endParaRPr/>
          </a:p>
        </p:txBody>
      </p:sp>
      <p:cxnSp>
        <p:nvCxnSpPr>
          <p:cNvPr id="106" name="Google Shape;106;p17"/>
          <p:cNvCxnSpPr>
            <a:endCxn id="107" idx="2"/>
          </p:cNvCxnSpPr>
          <p:nvPr/>
        </p:nvCxnSpPr>
        <p:spPr>
          <a:xfrm flipH="1" rot="10800000">
            <a:off x="636950" y="2010775"/>
            <a:ext cx="529500" cy="38910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" name="Google Shape;107;p17"/>
          <p:cNvSpPr txBox="1"/>
          <p:nvPr/>
        </p:nvSpPr>
        <p:spPr>
          <a:xfrm>
            <a:off x="799100" y="1610575"/>
            <a:ext cx="73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10 KΩ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2138625" y="1596325"/>
            <a:ext cx="73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220 Ω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9" name="Google Shape;109;p17"/>
          <p:cNvCxnSpPr/>
          <p:nvPr/>
        </p:nvCxnSpPr>
        <p:spPr>
          <a:xfrm flipH="1" rot="10800000">
            <a:off x="2442475" y="2086425"/>
            <a:ext cx="10800" cy="38910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" name="Google Shape;110;p17"/>
          <p:cNvCxnSpPr>
            <a:endCxn id="107" idx="2"/>
          </p:cNvCxnSpPr>
          <p:nvPr/>
        </p:nvCxnSpPr>
        <p:spPr>
          <a:xfrm rot="10800000">
            <a:off x="1166450" y="2010775"/>
            <a:ext cx="302400" cy="47160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1" name="Google Shape;11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9300" y="1766900"/>
            <a:ext cx="3879803" cy="3332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Entradas Analógicas</a:t>
            </a:r>
            <a:endParaRPr/>
          </a:p>
        </p:txBody>
      </p:sp>
      <p:pic>
        <p:nvPicPr>
          <p:cNvPr id="117" name="Google Shape;11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175" y="1918150"/>
            <a:ext cx="8839200" cy="28017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Entradas Analógicas</a:t>
            </a:r>
            <a:endParaRPr/>
          </a:p>
        </p:txBody>
      </p:sp>
      <p:pic>
        <p:nvPicPr>
          <p:cNvPr id="123" name="Google Shape;12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0075" y="1734450"/>
            <a:ext cx="7182905" cy="3332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Montaje 04</a:t>
            </a:r>
            <a:endParaRPr/>
          </a:p>
        </p:txBody>
      </p:sp>
      <p:pic>
        <p:nvPicPr>
          <p:cNvPr id="129" name="Google Shape;12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75" y="1702050"/>
            <a:ext cx="3226208" cy="333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7650" y="2633725"/>
            <a:ext cx="5926350" cy="128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Montaje 05</a:t>
            </a:r>
            <a:endParaRPr/>
          </a:p>
        </p:txBody>
      </p:sp>
      <p:pic>
        <p:nvPicPr>
          <p:cNvPr id="136" name="Google Shape;13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425" y="2317975"/>
            <a:ext cx="2912850" cy="210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7650" y="2633725"/>
            <a:ext cx="5926350" cy="12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1"/>
          <p:cNvSpPr txBox="1"/>
          <p:nvPr/>
        </p:nvSpPr>
        <p:spPr>
          <a:xfrm>
            <a:off x="2214650" y="4149925"/>
            <a:ext cx="73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1KΩ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9" name="Google Shape;139;p21"/>
          <p:cNvCxnSpPr/>
          <p:nvPr/>
        </p:nvCxnSpPr>
        <p:spPr>
          <a:xfrm>
            <a:off x="2138875" y="3335925"/>
            <a:ext cx="335100" cy="8736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Zumbador</a:t>
            </a:r>
            <a:endParaRPr/>
          </a:p>
        </p:txBody>
      </p:sp>
      <p:pic>
        <p:nvPicPr>
          <p:cNvPr id="145" name="Google Shape;14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300" y="1723675"/>
            <a:ext cx="7376791" cy="333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Zumbador</a:t>
            </a:r>
            <a:endParaRPr/>
          </a:p>
        </p:txBody>
      </p:sp>
      <p:pic>
        <p:nvPicPr>
          <p:cNvPr id="151" name="Google Shape;15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300" y="771450"/>
            <a:ext cx="8005774" cy="421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0625" y="2849825"/>
            <a:ext cx="6268525" cy="16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3"/>
          <p:cNvSpPr/>
          <p:nvPr/>
        </p:nvSpPr>
        <p:spPr>
          <a:xfrm>
            <a:off x="3748850" y="4492275"/>
            <a:ext cx="3166200" cy="602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Montaje 06</a:t>
            </a:r>
            <a:endParaRPr/>
          </a:p>
        </p:txBody>
      </p:sp>
      <p:pic>
        <p:nvPicPr>
          <p:cNvPr id="159" name="Google Shape;15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9700" y="1831725"/>
            <a:ext cx="4752975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575" y="1699850"/>
            <a:ext cx="3821118" cy="333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Montaje 07</a:t>
            </a:r>
            <a:endParaRPr/>
          </a:p>
        </p:txBody>
      </p:sp>
      <p:pic>
        <p:nvPicPr>
          <p:cNvPr id="166" name="Google Shape;16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9116" y="2231525"/>
            <a:ext cx="5120884" cy="2575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800" y="1716025"/>
            <a:ext cx="3544315" cy="3090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Montaje 8</a:t>
            </a:r>
            <a:endParaRPr/>
          </a:p>
        </p:txBody>
      </p:sp>
      <p:pic>
        <p:nvPicPr>
          <p:cNvPr id="173" name="Google Shape;17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8025" y="787112"/>
            <a:ext cx="3544315" cy="1843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798230"/>
            <a:ext cx="9144001" cy="2107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Montaje 9 Melodia</a:t>
            </a:r>
            <a:endParaRPr/>
          </a:p>
        </p:txBody>
      </p:sp>
      <p:pic>
        <p:nvPicPr>
          <p:cNvPr id="180" name="Google Shape;18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900" y="677875"/>
            <a:ext cx="2245775" cy="4248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2650" y="619050"/>
            <a:ext cx="2434500" cy="444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7"/>
          <p:cNvSpPr/>
          <p:nvPr/>
        </p:nvSpPr>
        <p:spPr>
          <a:xfrm>
            <a:off x="5445350" y="3536426"/>
            <a:ext cx="3652400" cy="93422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dk1"/>
                </a:solidFill>
                <a:latin typeface="Arial"/>
              </a:rPr>
              <a:t>La identificas?</a:t>
            </a:r>
          </a:p>
        </p:txBody>
      </p:sp>
      <p:pic>
        <p:nvPicPr>
          <p:cNvPr id="183" name="Google Shape;183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45350" y="771450"/>
            <a:ext cx="2995840" cy="2612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Montaje 10 Realiza en Arduino Blocks la melodía</a:t>
            </a:r>
            <a:endParaRPr/>
          </a:p>
        </p:txBody>
      </p:sp>
      <p:sp>
        <p:nvSpPr>
          <p:cNvPr id="189" name="Google Shape;189;p28"/>
          <p:cNvSpPr/>
          <p:nvPr/>
        </p:nvSpPr>
        <p:spPr>
          <a:xfrm>
            <a:off x="6643650" y="89600"/>
            <a:ext cx="2034599" cy="52945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1"/>
                </a:solidFill>
                <a:latin typeface="Arial"/>
              </a:rPr>
              <a:t>La identificas?</a:t>
            </a:r>
          </a:p>
        </p:txBody>
      </p:sp>
      <p:pic>
        <p:nvPicPr>
          <p:cNvPr id="190" name="Google Shape;19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3650" y="717425"/>
            <a:ext cx="3701901" cy="4219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4203" y="843525"/>
            <a:ext cx="3359798" cy="409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771450"/>
            <a:ext cx="2440217" cy="18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