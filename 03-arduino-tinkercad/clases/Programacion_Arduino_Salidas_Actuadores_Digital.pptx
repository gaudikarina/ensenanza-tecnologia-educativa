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9fcfeb07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49fcfeb07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39091c5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39091c5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e39091c53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e39091c53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e39091c53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e39091c53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49fcfeb07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49fcfeb07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49fcfeb07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49fcfeb07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9fcfeb074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49fcfeb074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e39091c53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e39091c53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39091c53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e39091c53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tinkercad.com/joinclass/ZJGVTC5MD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 Arduino 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 Entradas y Salidas Digitales.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Salidas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209975" y="806725"/>
            <a:ext cx="858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Los elementos de salida </a:t>
            </a: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en un circuito electrónico con Arduino, hace referencia a toda aquel elemento en el que el sistema Arduino actúa para que realice una acción determinada. Entre los elementos de salida tenemos: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200" y="1848175"/>
            <a:ext cx="6564161" cy="29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Sali</a:t>
            </a:r>
            <a:r>
              <a:rPr lang="es-419"/>
              <a:t>das en programación de Arduino por bloques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98250" y="796700"/>
            <a:ext cx="850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programación por bloques de Arduino en Tinkercad, contamos con las siguientes opciones de programación para escribir o enviar datos a las salidas: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028188" y="1925850"/>
            <a:ext cx="455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Permite escribir los pines digitales del Arduino uno por uno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5"/>
          <p:cNvCxnSpPr>
            <a:stCxn id="84" idx="3"/>
            <a:endCxn id="82" idx="1"/>
          </p:cNvCxnSpPr>
          <p:nvPr/>
        </p:nvCxnSpPr>
        <p:spPr>
          <a:xfrm>
            <a:off x="2864488" y="2233650"/>
            <a:ext cx="11637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>
            <a:stCxn id="86" idx="3"/>
            <a:endCxn id="87" idx="1"/>
          </p:cNvCxnSpPr>
          <p:nvPr/>
        </p:nvCxnSpPr>
        <p:spPr>
          <a:xfrm>
            <a:off x="2864538" y="2945463"/>
            <a:ext cx="13440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/>
        </p:nvSpPr>
        <p:spPr>
          <a:xfrm>
            <a:off x="4208538" y="2637663"/>
            <a:ext cx="455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Permite enviar una señal PWM de acuerdo al valor digital colocado entre 0 y 1023.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25" y="1890225"/>
            <a:ext cx="21336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9525" y="2678775"/>
            <a:ext cx="1676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227625" y="1428275"/>
            <a:ext cx="199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SALIDAS GENERALES</a:t>
            </a:r>
            <a:endParaRPr b="1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33700" y="3610175"/>
            <a:ext cx="611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BLOQUES PARA ACTUADORES </a:t>
            </a: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ESPECÍFICOS</a:t>
            </a:r>
            <a:endParaRPr b="1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550" y="4062475"/>
            <a:ext cx="8858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1648025" y="4062475"/>
            <a:ext cx="9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LED RGB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6775" y="4057788"/>
            <a:ext cx="404812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3717475" y="4675075"/>
            <a:ext cx="6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Rojo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4932925" y="4675075"/>
            <a:ext cx="6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Verde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5815525" y="4675075"/>
            <a:ext cx="6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Azul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7299450" y="4062475"/>
            <a:ext cx="17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Color deseado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" name="Google Shape;99;p15"/>
          <p:cNvCxnSpPr>
            <a:stCxn id="95" idx="0"/>
          </p:cNvCxnSpPr>
          <p:nvPr/>
        </p:nvCxnSpPr>
        <p:spPr>
          <a:xfrm flipH="1" rot="10800000">
            <a:off x="4039675" y="4271575"/>
            <a:ext cx="579900" cy="40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5"/>
          <p:cNvCxnSpPr>
            <a:stCxn id="96" idx="0"/>
          </p:cNvCxnSpPr>
          <p:nvPr/>
        </p:nvCxnSpPr>
        <p:spPr>
          <a:xfrm flipH="1" rot="10800000">
            <a:off x="5255125" y="4357375"/>
            <a:ext cx="30000" cy="3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5"/>
          <p:cNvCxnSpPr>
            <a:stCxn id="97" idx="0"/>
          </p:cNvCxnSpPr>
          <p:nvPr/>
        </p:nvCxnSpPr>
        <p:spPr>
          <a:xfrm rot="10800000">
            <a:off x="5843725" y="4325275"/>
            <a:ext cx="294000" cy="34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5"/>
          <p:cNvCxnSpPr>
            <a:stCxn id="98" idx="1"/>
          </p:cNvCxnSpPr>
          <p:nvPr/>
        </p:nvCxnSpPr>
        <p:spPr>
          <a:xfrm flipH="1">
            <a:off x="6863850" y="4262575"/>
            <a:ext cx="435600" cy="3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16"/>
          <p:cNvCxnSpPr/>
          <p:nvPr/>
        </p:nvCxnSpPr>
        <p:spPr>
          <a:xfrm>
            <a:off x="4329038" y="4407038"/>
            <a:ext cx="13440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663" y="994488"/>
            <a:ext cx="92392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Salidas en programación de Arduino por bloques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4118388" y="1474463"/>
            <a:ext cx="455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 el servomotor conectado en el pin indicado de acuerdo a los angulos indicados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" name="Google Shape;111;p16"/>
          <p:cNvCxnSpPr/>
          <p:nvPr/>
        </p:nvCxnSpPr>
        <p:spPr>
          <a:xfrm>
            <a:off x="2954688" y="1833150"/>
            <a:ext cx="11637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6"/>
          <p:cNvCxnSpPr>
            <a:stCxn id="113" idx="3"/>
            <a:endCxn id="114" idx="1"/>
          </p:cNvCxnSpPr>
          <p:nvPr/>
        </p:nvCxnSpPr>
        <p:spPr>
          <a:xfrm>
            <a:off x="2864538" y="2879538"/>
            <a:ext cx="13440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6"/>
          <p:cNvSpPr txBox="1"/>
          <p:nvPr/>
        </p:nvSpPr>
        <p:spPr>
          <a:xfrm>
            <a:off x="4208538" y="2571738"/>
            <a:ext cx="455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Emite un sonido a una corneta o piezo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conectada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en el pin correspondiente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83388" y="656675"/>
            <a:ext cx="611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BLOQUES PARA ACTUADORES ESPECÍFICOS</a:t>
            </a:r>
            <a:endParaRPr b="1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48375" y="1215875"/>
            <a:ext cx="15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Servomotor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375" y="1618838"/>
            <a:ext cx="26003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675" y="2652588"/>
            <a:ext cx="38100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414200" y="2212900"/>
            <a:ext cx="15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Piezo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039663" y="3074763"/>
            <a:ext cx="455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Silencia el sonido del piezo conectado en el pin correspondiente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2490763" y="3235963"/>
            <a:ext cx="13440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2" name="Google Shape;12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7550" y="4206938"/>
            <a:ext cx="5086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14725" y="1985088"/>
            <a:ext cx="762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1550" y="3502088"/>
            <a:ext cx="12763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459225" y="3629725"/>
            <a:ext cx="151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Pantalla de reloj de 7 segmentos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606547" y="4206950"/>
            <a:ext cx="33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Configura la pantalla LED a utilizar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673047" y="4587800"/>
            <a:ext cx="33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Escribe el dato en la pantalla led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" name="Google Shape;128;p16"/>
          <p:cNvCxnSpPr/>
          <p:nvPr/>
        </p:nvCxnSpPr>
        <p:spPr>
          <a:xfrm>
            <a:off x="3899988" y="4837988"/>
            <a:ext cx="13440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Salidas en programación de Arduino por bloques</a:t>
            </a:r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25" y="3048138"/>
            <a:ext cx="5141450" cy="172918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263150" y="796275"/>
            <a:ext cx="611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BLOQUES PARA ACTUADORES ESPECÍFICOS</a:t>
            </a:r>
            <a:endParaRPr b="1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48375" y="1215875"/>
            <a:ext cx="15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LCD I2C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6825" y="1196475"/>
            <a:ext cx="3406050" cy="17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4683949" y="3772750"/>
            <a:ext cx="406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Comandos para uso del LCD por comunicación I2C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Arduino + Tinkercad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357650" y="2128750"/>
            <a:ext cx="37137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Únete a la Clase en Tinkercad: 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IYT02_Momento03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Conectate con tu APODO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Entra a la actividad: Salidas en Arduino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350" y="1843388"/>
            <a:ext cx="238125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4953600" y="4743300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Continua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" name="Google Shape;147;p18"/>
          <p:cNvCxnSpPr/>
          <p:nvPr/>
        </p:nvCxnSpPr>
        <p:spPr>
          <a:xfrm>
            <a:off x="5925025" y="4969200"/>
            <a:ext cx="1317900" cy="1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" name="Google Shape;14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6475" y="2227925"/>
            <a:ext cx="2386600" cy="219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01: LED RGB (5 ptos)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110025" y="757975"/>
            <a:ext cx="419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en Tinkercad el circuito para ver la secuencia de colores del arcoiris en un led RGB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5" name="Google Shape;155;p19"/>
          <p:cNvGrpSpPr/>
          <p:nvPr/>
        </p:nvGrpSpPr>
        <p:grpSpPr>
          <a:xfrm>
            <a:off x="4953600" y="4518725"/>
            <a:ext cx="4190400" cy="400200"/>
            <a:chOff x="4953600" y="4518725"/>
            <a:chExt cx="4190400" cy="400200"/>
          </a:xfrm>
        </p:grpSpPr>
        <p:sp>
          <p:nvSpPr>
            <p:cNvPr id="156" name="Google Shape;156;p19"/>
            <p:cNvSpPr txBox="1"/>
            <p:nvPr/>
          </p:nvSpPr>
          <p:spPr>
            <a:xfrm>
              <a:off x="4953600" y="4518725"/>
              <a:ext cx="419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Continua</a:t>
              </a:r>
              <a:endParaRPr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7" name="Google Shape;157;p19"/>
            <p:cNvCxnSpPr/>
            <p:nvPr/>
          </p:nvCxnSpPr>
          <p:spPr>
            <a:xfrm>
              <a:off x="5925025" y="4713425"/>
              <a:ext cx="1317900" cy="108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7075"/>
            <a:ext cx="3716896" cy="30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270" y="1373570"/>
            <a:ext cx="1735775" cy="96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4103" y="757987"/>
            <a:ext cx="3402916" cy="37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25" y="1099388"/>
            <a:ext cx="4286250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02: Servomotor  (5 ptos)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98250" y="757975"/>
            <a:ext cx="2763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Realice en Tinkercad el circuito y la programación para mover el servomotor de 0 a 90 grados en pasos de 10 grados cada 200 ms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8" name="Google Shape;168;p20"/>
          <p:cNvGrpSpPr/>
          <p:nvPr/>
        </p:nvGrpSpPr>
        <p:grpSpPr>
          <a:xfrm>
            <a:off x="4953600" y="4518725"/>
            <a:ext cx="4190400" cy="400200"/>
            <a:chOff x="4953600" y="4518725"/>
            <a:chExt cx="4190400" cy="400200"/>
          </a:xfrm>
        </p:grpSpPr>
        <p:sp>
          <p:nvSpPr>
            <p:cNvPr id="169" name="Google Shape;169;p20"/>
            <p:cNvSpPr txBox="1"/>
            <p:nvPr/>
          </p:nvSpPr>
          <p:spPr>
            <a:xfrm>
              <a:off x="4953600" y="4518725"/>
              <a:ext cx="419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Continua</a:t>
              </a:r>
              <a:endParaRPr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0" name="Google Shape;170;p20"/>
            <p:cNvCxnSpPr/>
            <p:nvPr/>
          </p:nvCxnSpPr>
          <p:spPr>
            <a:xfrm>
              <a:off x="5925025" y="4713425"/>
              <a:ext cx="1317900" cy="108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525" y="1496875"/>
            <a:ext cx="4667026" cy="286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088" y="2485950"/>
            <a:ext cx="3376084" cy="243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03: Pantalla 7s Reloj (5 ptos)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98250" y="769375"/>
            <a:ext cx="4499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Realice en Tinkercad un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cronómetro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de minutos: segundos con una pantalla reloj 7 segmentos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50" y="2000875"/>
            <a:ext cx="4241851" cy="297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4953600" y="45187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Continua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" name="Google Shape;181;p21"/>
          <p:cNvCxnSpPr/>
          <p:nvPr/>
        </p:nvCxnSpPr>
        <p:spPr>
          <a:xfrm>
            <a:off x="5925025" y="4713425"/>
            <a:ext cx="1317900" cy="1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2" name="Google Shape;18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9750" y="771450"/>
            <a:ext cx="40767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600" y="1529300"/>
            <a:ext cx="38862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04: LCD (5 ptos)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98250" y="769375"/>
            <a:ext cx="4499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Realice en Tinkercad un mensaje de Bienvenida al laboratorio de IyT en un lcd que parpadee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4953600" y="4626100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Fin de la presentación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45900"/>
            <a:ext cx="4648800" cy="242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9250" y="108975"/>
            <a:ext cx="451485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