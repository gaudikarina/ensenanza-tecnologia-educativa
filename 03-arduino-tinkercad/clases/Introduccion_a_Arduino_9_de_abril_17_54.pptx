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0fb19f37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0fb19f37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e0fb19f37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e0fb19f37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0fb19f37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e0fb19f37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e0fb19f37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e0fb19f37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e0fb19f37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e0fb19f37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e0fb19f37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e0fb19f37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e0fb19f37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e0fb19f37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e0fb19f37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e0fb19f37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0fb19f37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e0fb19f37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0fb19f37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e0fb19f37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F7aqMNN7kT4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XV-EGo2DAQ0" TargetMode="External"/><Relationship Id="rId4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bnI_xmTUxPY" TargetMode="External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tinkercad.com/joinclass/ZJGVTC5M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 a Arduino 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Tinkercad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Arduino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5069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750">
                <a:solidFill>
                  <a:srgbClr val="1D2125"/>
                </a:solidFill>
                <a:highlight>
                  <a:srgbClr val="FFFFFF"/>
                </a:highlight>
              </a:rPr>
              <a:t>El arduino es una placa que tiene todos los elementos necesarios para conectar periféricos a las entradas y salidas de un microcontrolador. Es decir, es una placa impresa con los componentes necesarios para que funcione el microcontrolador y su comunicación con un ordenador a través de la comunicación serial.</a:t>
            </a:r>
            <a:endParaRPr sz="2400"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9275" y="1746150"/>
            <a:ext cx="3298200" cy="329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Arduino</a:t>
            </a:r>
            <a:endParaRPr/>
          </a:p>
        </p:txBody>
      </p:sp>
      <p:pic>
        <p:nvPicPr>
          <p:cNvPr descr="En este videoo tutorial vamos a aprender sobre la plataforma de Arduino, porqué es importante y para qué sirve. Más adelante aprenderemos en detalle sobre la misma placa Arduino UNO y su IDE. &#10;&#10;¡Video tutorial de esta serie cada miércoles! &#10;&#10;Máquina CNC:&#10;https://www.youtube.com/watch?v=2VFOU-WUQIY&#10;una maqueta automatizada que podemos controlar por el internet con el celular.&#10;https://www.youtube.com/watch?v=OnVWt989EaI&#10;Brazo Ajedrez:&#10;https://www.youtube.com/watch?v=tmG-FJrXAj8&#10;Control de balance:&#10;https://www.youtube.com/watch?v=K-F_T59ZDPw&#10;Robot quadrupled: &#10;https://www.youtube.com/watch?v=PL4174oBPTs&#10;&#10;►Click aquí para suscribirte: https://www.youtube.com/tinkerall&#10;►Facebook: https://www.facebook.com/tinkerall/&#10;►Instagram: https://www.instagram.com/tinkerall_/&#10;&#10;► Demuestre un poco de amor suscribiendose a este canal :D." id="81" name="Google Shape;81;p15" title="ARDUINO BÁSICO EP1. Introducción a la plataforma de Arduin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0625" y="1714500"/>
            <a:ext cx="6096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Partes del Arduino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275" y="1755775"/>
            <a:ext cx="4514850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Partes del Arduino</a:t>
            </a:r>
            <a:endParaRPr/>
          </a:p>
        </p:txBody>
      </p:sp>
      <p:pic>
        <p:nvPicPr>
          <p:cNvPr descr="En este videoo tutorial vamos a aprender sobre la anatomía de un Arduino UNO y a hacer nuestra primera programación con el microcontrolador. Estaremos bajando el ARDUINO IDE que se requiere para poder programar!&#10;&#10;Si aún no han adquirido su kit de aprendizaje de arduino básico, tenemos varios disponibles!&#10;http://tinkerall.com/tinkershop&#10;&#10;&#10;Música: https://soundcloud.com/bcpbcp&#10;&#10;►Click aquí para suscribirte: https://www.youtube.com/tinkerall&#10;►Facebook: https://www.facebook.com/tinkerall/&#10;►Instagram: https://www.instagram.com/tinkerall_/&#10;&#10;► Demuestre un poco de amor suscribiendose a este canal :D." id="93" name="Google Shape;93;p17" title="ARDUINO BÁSICO EP2. Anatomía del Arduino UNO y Primera Programació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9425" y="1666875"/>
            <a:ext cx="5829375" cy="32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Aplicaciones</a:t>
            </a:r>
            <a:r>
              <a:rPr lang="es-419"/>
              <a:t> del Arduino</a:t>
            </a:r>
            <a:endParaRPr/>
          </a:p>
        </p:txBody>
      </p:sp>
      <p:pic>
        <p:nvPicPr>
          <p:cNvPr descr="People are showing more creativity this time of the year. Being at home we get bored, while some use this time to fulfill their hobbies. Today we'll take a look at 10 Arduino projects that we found worth sharing in 2021. Here you will find creative ideas to use older techniques to make something new, and vice-versa! You'll find the original links attached with each one of the projects listed below, as well as our thoughts on them. &#10;&#10;#subscribe #arduino #scienceprojects&#10;&#10;▶️ Raspberry Pi Projects: https://youtu.be/Jy8lFYD39Tw&#10;▶️ Arduino 2020 Projects: https://youtu.be/enyIGWev7HQ&#10;▶️ Arduino 2019 Projects: https://youtu.be/enyIGWev7HQ&#10;▶️ Arduino 2018 Projects: https://youtu.be/0XTcJ5-0u00&#10;&#10;▶️ NEXTPCB (Affiliate):&#10;=========================================&#10;Get your next PCB ready in less than 24 hours!&#10;New customer? Get a $100 coupon for free.&#10;&#10;▸$0 to prototype 4 layers PCB&#10;   https://www.nextpcb.com/register?code=viralhjm&#10;&#10;▸20% off for PCB assembly:&#10;   https://www.nextpcb.com/pcb-assembly-services?code=viralhjm&#10;&#10;▸A Free PCB File checker:&#10;   https://www.nextpcb.com/nextdfm.html?code=viralhjm&#10;=========================================&#10;&#10;▶️ Links:&#10;=========================================&#10;▸ Projects' Source: https://viralhattrix.com/go?r=ard10&#10;▸ Facebook: https://facebook.com/ViralHattrix&#10;▸ Twitter: https://twitter.com/ViralHattrix&#10;=========================================&#10;&#10;Here is the list of Arduino Projects 2020:&#10;=========================================&#10; 10     |  0:15  | 3D Printed Mini CNC Machine&#10; Link:  https://viralhattrix.com/go?r=ard10&#10;----------------------------------------------------------------------------------&#10; 09     |  0:42  | Levitating Globe&#10; Link:  https://viralhattrix.com/go?r=ard10&#10;----------------------------------------------------------------------------------&#10; 08     |  1:16  | 3D Wire Bending Machine&#10; Link:  https://viralhattrix.com/go?r=ard10&#10;----------------------------------------------------------------------------------&#10; 07     |  2:08  | Magnetic Levitator&#10; Link:  https://viralhattrix.com/go?r=ard10&#10;----------------------------------------------------------------------------------&#10; 06     |  2:25  | Ninjutsu Hand Signs Locker&#10; Link:  https://viralhattrix.com/go?r=ard10&#10;----------------------------------------------------------------------------------&#10; 05     |  3:40  | Motion Following Camera Base&#10; Link:  https://viralhattrix.com/go?r=ard10&#10;----------------------------------------------------------------------------------&#10; 04     |  4:09  | Real SpaceInvaders&#10; Link:  https://viralhattrix.com/go?r=ard10&#10;----------------------------------------------------------------------------------&#10; 03     |  4:42  | Light Tracking Solar Panel&#10; Link:  https://viralhattrix.com/go?r=ard10&#10;----------------------------------------------------------------------------------&#10; 02     |  5:12  | Mini Recon Bot&#10; Link:  https://viralhattrix.com/go?r=ard10&#10;----------------------------------------------------------------------------------&#10; 01     |  7:06  | Magnetic Field Meter&#10; Link:  https://viralhattrix.com/go?r=ard10&#10;========================================&#10;&#10;Disclaimer: I did NOT create these projects! All credit goes to their respective owners. This is a compilation, a preview of selected content promoting the owner's content.&#10;&#10;diy science projects science projects 2021 best arduino projects 2021 top 10 arduino projects 2021 arduino amazing projects arduino big project robot arduino arduino project 2021 viral hattrix arduino" id="99" name="Google Shape;99;p18" title="Top 10 Arduino Projects 2021 | Arduino School Projects | Viral Hattrix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8600" y="1746150"/>
            <a:ext cx="5888525" cy="33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Programación en Bloques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301600" y="1708500"/>
            <a:ext cx="6288900" cy="32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0162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 programación informática, o simplemente programación, es un proceso que consiste en crear un programa. Un programa es una secuencia de instrucciones para realizar una tarea específica en una </a:t>
            </a: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computadora.  Hacer programas fomenta el desarrollo del pensamiento crítico, analítico y lógico. Promueve la creatividad al resolver problemas y potencia habilidades, convirtiendo problemas complejos en otros más sencillos.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 programación por bloques implica encastrar piezas pre diseñadas (como en un rompecabezas) de forma tal que se genere una lista de pasos o acciones a seguir para solucionar un problema planteado o creado por el mismo usuario. Es una manera práctica y visual de programar en entornos gráficos.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Los estudiantes, desde muy temprana edad, están en condiciones de manipular estos bloques generando programas: diseñando, depurando y enfrentándose a nuevos retos.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5275" y="2381125"/>
            <a:ext cx="228600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Arduino + Tinkercad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357650" y="1747075"/>
            <a:ext cx="4572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 continuación les explicaré en tinkercad las diferentes herramientas de trabajo en bloques con Arduino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Unete a la Clase en Tinkercad: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Clase Arduino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La profesora te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suministrará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tu apodo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 continuación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encontrarás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los primeros ejercicios de práctica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01: Encender y apagar un led conectado en el pin 03 del arduino por 1 segundo</a:t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98250" y="723825"/>
            <a:ext cx="3024300" cy="3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oboto"/>
                <a:ea typeface="Roboto"/>
                <a:cs typeface="Roboto"/>
                <a:sym typeface="Roboto"/>
              </a:rPr>
              <a:t>Instrucciones: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tinkercad monta el circuito de la figura y realiza la programación indicada.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Observa si el led enciende y apaga.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Guárdalo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con tu nombre y el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número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01, ejemplo: </a:t>
            </a: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Gaudi01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Puedes explicar que hace el bloque: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725" y="1208025"/>
            <a:ext cx="3662323" cy="305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7223" y="1928800"/>
            <a:ext cx="2007627" cy="1868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938" y="4177801"/>
            <a:ext cx="282892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b="4548" l="130" r="-130" t="4311"/>
          <a:stretch/>
        </p:blipFill>
        <p:spPr>
          <a:xfrm>
            <a:off x="6164502" y="723825"/>
            <a:ext cx="2595798" cy="438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02: Encender y apagar leds conectados en pines 12,10,8</a:t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98250" y="723825"/>
            <a:ext cx="2458200" cy="4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oboto"/>
                <a:ea typeface="Roboto"/>
                <a:cs typeface="Roboto"/>
                <a:sym typeface="Roboto"/>
              </a:rPr>
              <a:t>Instrucciones: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tinkercad monta el circuito de la figura y realiza la programación indicada.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Observa si los leds encienden y apagan.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Guárdalo con tu nombre y el número 02, ejemplo: </a:t>
            </a: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Gaudi02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Puedes explicar que hace el programa?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2050" y="866025"/>
            <a:ext cx="3181849" cy="40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03: Diseña unas luces secuenciales</a:t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98250" y="723825"/>
            <a:ext cx="4771200" cy="4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oboto"/>
                <a:ea typeface="Roboto"/>
                <a:cs typeface="Roboto"/>
                <a:sym typeface="Roboto"/>
              </a:rPr>
              <a:t>Instrucciones: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tinkercad monta el circuito de la figura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Guárdalo con tu nombre y el número 02, ejemplo: </a:t>
            </a:r>
            <a:r>
              <a:rPr b="1" lang="es-419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Gaudi03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Las luces secuenciales, son como las luces navideñas que prenden y apagan con un patrón determinado, aqui te dejo algunas sugerencias: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Encender un led intermedio por un segundo, luego apagarlos y encender los faltantes por un segundo.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Encender dos leds, luego apagar el primero y encender los dos siguientes,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así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sucesivamente con intervalos de un segundo.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096" y="2020600"/>
            <a:ext cx="3847124" cy="287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