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Robo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.fntdata"/><Relationship Id="rId11" Type="http://schemas.openxmlformats.org/officeDocument/2006/relationships/slide" Target="slides/slide6.xml"/><Relationship Id="rId22" Type="http://schemas.openxmlformats.org/officeDocument/2006/relationships/font" Target="fonts/Roboto-boldItalic.fntdata"/><Relationship Id="rId10" Type="http://schemas.openxmlformats.org/officeDocument/2006/relationships/slide" Target="slides/slide5.xml"/><Relationship Id="rId21" Type="http://schemas.openxmlformats.org/officeDocument/2006/relationships/font" Target="fonts/Robo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ddf3544002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ddf3544002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1ddf3544002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1ddf3544002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ddf3544002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1ddf3544002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ddf3544002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1ddf3544002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ddf3544002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1ddf3544002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ddf3544002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1ddf3544002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ddf3544002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ddf3544002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1ddf3544002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1ddf3544002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ddf3544002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1ddf3544002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ddf3544002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1ddf3544002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1ddf3544002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1ddf3544002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1ddf3544002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1ddf3544002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Prácticas de Arduino</a:t>
            </a:r>
            <a:endParaRPr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Hardware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POLARIDAD DEL LED</a:t>
            </a:r>
            <a:endParaRPr/>
          </a:p>
        </p:txBody>
      </p:sp>
      <p:pic>
        <p:nvPicPr>
          <p:cNvPr id="74" name="Google Shape;7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7975" y="2045967"/>
            <a:ext cx="3230125" cy="2969984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91678" y="1937050"/>
            <a:ext cx="5137173" cy="3078901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4"/>
          <p:cNvSpPr txBox="1"/>
          <p:nvPr/>
        </p:nvSpPr>
        <p:spPr>
          <a:xfrm>
            <a:off x="297975" y="1784900"/>
            <a:ext cx="715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latin typeface="Roboto"/>
                <a:ea typeface="Roboto"/>
                <a:cs typeface="Roboto"/>
                <a:sym typeface="Roboto"/>
              </a:rPr>
              <a:t>IDENTIFIQUE EN LOS LED SU POLARIDAD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MONTAJE EN PROTOBOARD</a:t>
            </a:r>
            <a:endParaRPr/>
          </a:p>
        </p:txBody>
      </p:sp>
      <p:sp>
        <p:nvSpPr>
          <p:cNvPr id="82" name="Google Shape;82;p15"/>
          <p:cNvSpPr txBox="1"/>
          <p:nvPr>
            <p:ph idx="1" type="body"/>
          </p:nvPr>
        </p:nvSpPr>
        <p:spPr>
          <a:xfrm>
            <a:off x="471900" y="1919075"/>
            <a:ext cx="2473500" cy="14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es-419" sz="1685"/>
              <a:t>Realice el siguiente montaje.</a:t>
            </a:r>
            <a:endParaRPr sz="1685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es-419" sz="1685"/>
              <a:t>Utilice Resistencias de 220Ω.</a:t>
            </a:r>
            <a:endParaRPr sz="1685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358"/>
              <a:buNone/>
            </a:pPr>
            <a:r>
              <a:t/>
            </a:r>
            <a:endParaRPr sz="1685"/>
          </a:p>
        </p:txBody>
      </p:sp>
      <p:pic>
        <p:nvPicPr>
          <p:cNvPr id="83" name="Google Shape;8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4525" y="1690425"/>
            <a:ext cx="3449712" cy="333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En Arduino Blocks</a:t>
            </a:r>
            <a:endParaRPr/>
          </a:p>
        </p:txBody>
      </p:sp>
      <p:sp>
        <p:nvSpPr>
          <p:cNvPr id="89" name="Google Shape;89;p16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Realiza este programa: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/>
              <a:t>Secuencia de luces 01</a:t>
            </a:r>
            <a:endParaRPr/>
          </a:p>
        </p:txBody>
      </p:sp>
      <p:pic>
        <p:nvPicPr>
          <p:cNvPr id="90" name="Google Shape;9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09126" y="267400"/>
            <a:ext cx="4972524" cy="460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LLAMA A LA PROFESORA PARA REVISAR EL MONTAJE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CONEXIÓN</a:t>
            </a:r>
            <a:r>
              <a:rPr lang="es-419"/>
              <a:t> DE ARDUINO A LA PC</a:t>
            </a:r>
            <a:endParaRPr/>
          </a:p>
        </p:txBody>
      </p:sp>
      <p:sp>
        <p:nvSpPr>
          <p:cNvPr id="101" name="Google Shape;101;p18"/>
          <p:cNvSpPr txBox="1"/>
          <p:nvPr>
            <p:ph idx="1" type="body"/>
          </p:nvPr>
        </p:nvSpPr>
        <p:spPr>
          <a:xfrm>
            <a:off x="150425" y="2407738"/>
            <a:ext cx="3867000" cy="181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5598" lvl="0" marL="457200" rtl="0" algn="l">
              <a:spcBef>
                <a:spcPts val="0"/>
              </a:spcBef>
              <a:spcAft>
                <a:spcPts val="0"/>
              </a:spcAft>
              <a:buSzPts val="1685"/>
              <a:buAutoNum type="arabicPeriod"/>
            </a:pPr>
            <a:r>
              <a:rPr lang="es-419" sz="1685"/>
              <a:t>Conecte el Arduino a la PC</a:t>
            </a:r>
            <a:endParaRPr sz="1685"/>
          </a:p>
          <a:p>
            <a:pPr indent="-335598" lvl="0" marL="457200" rtl="0" algn="l">
              <a:spcBef>
                <a:spcPts val="0"/>
              </a:spcBef>
              <a:spcAft>
                <a:spcPts val="0"/>
              </a:spcAft>
              <a:buSzPts val="1685"/>
              <a:buAutoNum type="arabicPeriod"/>
            </a:pPr>
            <a:r>
              <a:rPr lang="es-419" sz="1685"/>
              <a:t>En el escritorio de la PC busque el programa Arduino Blocks Connector y </a:t>
            </a:r>
            <a:r>
              <a:rPr lang="es-419" sz="1685"/>
              <a:t>ejecútalo</a:t>
            </a:r>
            <a:r>
              <a:rPr lang="es-419" sz="1685"/>
              <a:t>.</a:t>
            </a:r>
            <a:endParaRPr sz="1685"/>
          </a:p>
          <a:p>
            <a:pPr indent="-335598" lvl="0" marL="457200" rtl="0" algn="l">
              <a:spcBef>
                <a:spcPts val="0"/>
              </a:spcBef>
              <a:spcAft>
                <a:spcPts val="0"/>
              </a:spcAft>
              <a:buSzPts val="1685"/>
              <a:buAutoNum type="arabicPeriod"/>
            </a:pPr>
            <a:r>
              <a:rPr lang="es-419" sz="1685"/>
              <a:t>Se </a:t>
            </a:r>
            <a:r>
              <a:rPr lang="es-419" sz="1685"/>
              <a:t>abrirá</a:t>
            </a:r>
            <a:r>
              <a:rPr lang="es-419" sz="1685"/>
              <a:t> la ventana:</a:t>
            </a:r>
            <a:endParaRPr sz="1685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358"/>
              <a:buNone/>
            </a:pPr>
            <a:r>
              <a:t/>
            </a:r>
            <a:endParaRPr sz="1685"/>
          </a:p>
        </p:txBody>
      </p:sp>
      <p:pic>
        <p:nvPicPr>
          <p:cNvPr id="102" name="Google Shape;10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8250" y="2104525"/>
            <a:ext cx="4701550" cy="241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/>
          <p:nvPr>
            <p:ph type="title"/>
          </p:nvPr>
        </p:nvSpPr>
        <p:spPr>
          <a:xfrm>
            <a:off x="249728" y="50375"/>
            <a:ext cx="2808000" cy="95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Identificar el COM</a:t>
            </a:r>
            <a:endParaRPr/>
          </a:p>
        </p:txBody>
      </p:sp>
      <p:sp>
        <p:nvSpPr>
          <p:cNvPr id="108" name="Google Shape;108;p19"/>
          <p:cNvSpPr txBox="1"/>
          <p:nvPr>
            <p:ph idx="1" type="body"/>
          </p:nvPr>
        </p:nvSpPr>
        <p:spPr>
          <a:xfrm>
            <a:off x="119650" y="898250"/>
            <a:ext cx="2808000" cy="38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 sz="1400"/>
              <a:t>La comunicación entre PC y Arduino es a través de protocolo serial, como la PC posee muchos puertos, es necesario identificar cual es el puerto COM que hace comunicación con el Arduino.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 sz="1400"/>
              <a:t>Dar click izquierdo sobre el icono de windows en tu computador, ir a administrador de dispositivos/Puertos COM 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 sz="1400"/>
              <a:t>El </a:t>
            </a:r>
            <a:r>
              <a:rPr lang="es-419" sz="1400"/>
              <a:t>número</a:t>
            </a:r>
            <a:r>
              <a:rPr lang="es-419" sz="1400"/>
              <a:t> de COM es el que dice USB - SERIAL CH340</a:t>
            </a:r>
            <a:endParaRPr sz="1400"/>
          </a:p>
        </p:txBody>
      </p:sp>
      <p:pic>
        <p:nvPicPr>
          <p:cNvPr id="109" name="Google Shape;10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9728" y="0"/>
            <a:ext cx="3539747" cy="4984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9"/>
          <p:cNvSpPr/>
          <p:nvPr/>
        </p:nvSpPr>
        <p:spPr>
          <a:xfrm>
            <a:off x="4572000" y="3980800"/>
            <a:ext cx="2435700" cy="4731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>
            <p:ph type="title"/>
          </p:nvPr>
        </p:nvSpPr>
        <p:spPr>
          <a:xfrm>
            <a:off x="249728" y="50375"/>
            <a:ext cx="2808000" cy="95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En Arduino Blocks</a:t>
            </a:r>
            <a:endParaRPr/>
          </a:p>
        </p:txBody>
      </p:sp>
      <p:sp>
        <p:nvSpPr>
          <p:cNvPr id="116" name="Google Shape;116;p20"/>
          <p:cNvSpPr txBox="1"/>
          <p:nvPr>
            <p:ph idx="1" type="body"/>
          </p:nvPr>
        </p:nvSpPr>
        <p:spPr>
          <a:xfrm>
            <a:off x="119650" y="898250"/>
            <a:ext cx="2808000" cy="38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 sz="1400"/>
              <a:t>En la barra superior derecha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 sz="1400"/>
              <a:t>Escoja el COM visto en el administrador de dispositivos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 sz="1400"/>
              <a:t>Para comunicarse con el Arduino dar click en Subir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 sz="1400"/>
              <a:t>Si todo </a:t>
            </a:r>
            <a:r>
              <a:rPr lang="es-419" sz="1400"/>
              <a:t>está</a:t>
            </a:r>
            <a:r>
              <a:rPr lang="es-419" sz="1400"/>
              <a:t> correcto </a:t>
            </a:r>
            <a:r>
              <a:rPr lang="es-419" sz="1400"/>
              <a:t>saldrá</a:t>
            </a:r>
            <a:r>
              <a:rPr lang="es-419" sz="1400"/>
              <a:t> la ventana que se muestra.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 sz="1400"/>
              <a:t>Al realizar esto se debe ver la secuencia de luces en el montaje realizado.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 sz="1400"/>
              <a:t>Llama a la profesora para evaluación</a:t>
            </a:r>
            <a:endParaRPr sz="1400"/>
          </a:p>
        </p:txBody>
      </p:sp>
      <p:pic>
        <p:nvPicPr>
          <p:cNvPr id="117" name="Google Shape;11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41553" y="352950"/>
            <a:ext cx="4838700" cy="148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0"/>
          <p:cNvSpPr/>
          <p:nvPr/>
        </p:nvSpPr>
        <p:spPr>
          <a:xfrm>
            <a:off x="8103775" y="1161300"/>
            <a:ext cx="676500" cy="4731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0"/>
          <p:cNvSpPr/>
          <p:nvPr/>
        </p:nvSpPr>
        <p:spPr>
          <a:xfrm>
            <a:off x="5955750" y="1161300"/>
            <a:ext cx="676500" cy="4731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0" name="Google Shape;12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75525" y="2542925"/>
            <a:ext cx="5314950" cy="21812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1" name="Google Shape;121;p20"/>
          <p:cNvCxnSpPr>
            <a:endCxn id="120" idx="1"/>
          </p:cNvCxnSpPr>
          <p:nvPr/>
        </p:nvCxnSpPr>
        <p:spPr>
          <a:xfrm>
            <a:off x="1556225" y="3334738"/>
            <a:ext cx="2019300" cy="29880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1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En Arduino Blocks</a:t>
            </a:r>
            <a:endParaRPr/>
          </a:p>
        </p:txBody>
      </p:sp>
      <p:sp>
        <p:nvSpPr>
          <p:cNvPr id="127" name="Google Shape;127;p21"/>
          <p:cNvSpPr txBox="1"/>
          <p:nvPr>
            <p:ph idx="4294967295" type="body"/>
          </p:nvPr>
        </p:nvSpPr>
        <p:spPr>
          <a:xfrm>
            <a:off x="202950" y="721025"/>
            <a:ext cx="8617200" cy="8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Realiza este programa: Secuencia de luces 02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/>
              <a:t>Repite los pasos para </a:t>
            </a:r>
            <a:r>
              <a:rPr lang="es-419"/>
              <a:t>grabarlo</a:t>
            </a:r>
            <a:r>
              <a:rPr lang="es-419"/>
              <a:t> en el Arduino y llama a la profesora para evaluar</a:t>
            </a:r>
            <a:endParaRPr/>
          </a:p>
        </p:txBody>
      </p:sp>
      <p:pic>
        <p:nvPicPr>
          <p:cNvPr id="128" name="Google Shape;12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8375" y="1916199"/>
            <a:ext cx="7206300" cy="299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2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En Arduino Blocks</a:t>
            </a:r>
            <a:endParaRPr/>
          </a:p>
        </p:txBody>
      </p:sp>
      <p:sp>
        <p:nvSpPr>
          <p:cNvPr id="134" name="Google Shape;134;p22"/>
          <p:cNvSpPr txBox="1"/>
          <p:nvPr>
            <p:ph idx="4294967295" type="body"/>
          </p:nvPr>
        </p:nvSpPr>
        <p:spPr>
          <a:xfrm>
            <a:off x="202950" y="721025"/>
            <a:ext cx="8617200" cy="8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Realiza este programa: Secuencia de luces 03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/>
              <a:t>Repite los pasos para grabarlo en el Arduino y llama a la profesora para evaluar</a:t>
            </a:r>
            <a:endParaRPr/>
          </a:p>
        </p:txBody>
      </p:sp>
      <p:pic>
        <p:nvPicPr>
          <p:cNvPr id="135" name="Google Shape;13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5124" y="1602125"/>
            <a:ext cx="6733762" cy="338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3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En Arduino Blocks</a:t>
            </a:r>
            <a:endParaRPr/>
          </a:p>
        </p:txBody>
      </p:sp>
      <p:sp>
        <p:nvSpPr>
          <p:cNvPr id="141" name="Google Shape;141;p23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/>
              <a:t>Realiza este programa: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600"/>
              <a:t>Secuencia de luces 04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 sz="1600"/>
              <a:t>Repite los pasos para </a:t>
            </a:r>
            <a:r>
              <a:rPr lang="es-419" sz="1600"/>
              <a:t>grabarlo</a:t>
            </a:r>
            <a:r>
              <a:rPr lang="es-419" sz="1600"/>
              <a:t> en el Arduino y llama a la profesora para evaluar</a:t>
            </a:r>
            <a:endParaRPr sz="1600"/>
          </a:p>
        </p:txBody>
      </p:sp>
      <p:pic>
        <p:nvPicPr>
          <p:cNvPr id="142" name="Google Shape;14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91228" y="536400"/>
            <a:ext cx="5805121" cy="43258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4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En Arduino Blocks</a:t>
            </a:r>
            <a:endParaRPr/>
          </a:p>
        </p:txBody>
      </p:sp>
      <p:sp>
        <p:nvSpPr>
          <p:cNvPr id="148" name="Google Shape;148;p24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/>
              <a:t>Realiza este programa: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600"/>
              <a:t>Secuencia de luces 05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 sz="1600"/>
              <a:t>Repite los pasos para grabarlo en el Arduino y llama a la profesora para evaluar</a:t>
            </a:r>
            <a:endParaRPr sz="1600"/>
          </a:p>
        </p:txBody>
      </p:sp>
      <p:pic>
        <p:nvPicPr>
          <p:cNvPr id="149" name="Google Shape;14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38950" y="865225"/>
            <a:ext cx="5805049" cy="36132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5"/>
          <p:cNvSpPr txBox="1"/>
          <p:nvPr>
            <p:ph type="title"/>
          </p:nvPr>
        </p:nvSpPr>
        <p:spPr>
          <a:xfrm>
            <a:off x="490250" y="488250"/>
            <a:ext cx="8225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Desmonte todos los componentes y </a:t>
            </a:r>
            <a:r>
              <a:rPr lang="es-419"/>
              <a:t>colocarlos</a:t>
            </a:r>
            <a:r>
              <a:rPr lang="es-419"/>
              <a:t> de nuevo en la caja que queden de la misma forma que los </a:t>
            </a:r>
            <a:r>
              <a:rPr lang="es-419"/>
              <a:t>encontró</a:t>
            </a:r>
            <a:r>
              <a:rPr lang="es-419"/>
              <a:t>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