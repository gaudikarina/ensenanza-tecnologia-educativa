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italic.fntdata"/><Relationship Id="rId6" Type="http://schemas.openxmlformats.org/officeDocument/2006/relationships/slide" Target="slides/slide1.xml"/><Relationship Id="rId18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df4c9fd88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df4c9fd8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4ba7e7c56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4ba7e7c56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df7380b9b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df7380b9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4baedd39f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4baedd39f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4ba7e7c56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4ba7e7c56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4ba7e7c56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4ba7e7c56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4ba7e7c56e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4ba7e7c56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4baedd39f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4baedd39f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4ba7e7c56e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4ba7e7c56e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4baedd39f2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4baedd39f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Prácticas de Arduino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Hardware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SENSOR DHT11</a:t>
            </a:r>
            <a:endParaRPr/>
          </a:p>
        </p:txBody>
      </p:sp>
      <p:sp>
        <p:nvSpPr>
          <p:cNvPr id="74" name="Google Shape;74;p14"/>
          <p:cNvSpPr txBox="1"/>
          <p:nvPr>
            <p:ph idx="4294967295" type="body"/>
          </p:nvPr>
        </p:nvSpPr>
        <p:spPr>
          <a:xfrm>
            <a:off x="-5475" y="705925"/>
            <a:ext cx="4437600" cy="42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s-419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DHT11 es un sensor de humedad/temperatura de bajo costo y de media precisión. Proporciona una salida de datos digital. Entre sus ventajas podemos mencionar el bajo coste y el despliegue de datos digitales. Entre las desventajas el DHT11 solo lee valores enteros, por lo que no podemos leer temperaturas con decimales. 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s-419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Rango de temperatura: de 0 a 50º (resolución 1ºC) Rango de humedad: de 20 a 90% (resolución 1%) 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s-419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pin GND y el VCC del sensor se conectan en sus correspondientes pines en Arduino (GND y +5V). El pin “data” se conecta a un pin digital para leerlo (si no es un módulo hay que añadir la resistencia de 10K) 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6250" y="801800"/>
            <a:ext cx="3336112" cy="4219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SENSOR DHT11</a:t>
            </a:r>
            <a:endParaRPr/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99050"/>
            <a:ext cx="8839199" cy="24521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Montaje 01</a:t>
            </a:r>
            <a:endParaRPr/>
          </a:p>
        </p:txBody>
      </p:sp>
      <p:sp>
        <p:nvSpPr>
          <p:cNvPr id="87" name="Google Shape;87;p16"/>
          <p:cNvSpPr txBox="1"/>
          <p:nvPr/>
        </p:nvSpPr>
        <p:spPr>
          <a:xfrm>
            <a:off x="98250" y="696413"/>
            <a:ext cx="8529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Conectando el sensor DHT-11 al pin 2 enviaremos el valor de temperatura y humedad cada 5s por la conexión serie para poder visualizarla desde la consola serie de ArduinoBlocks.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9302" y="1269200"/>
            <a:ext cx="5346449" cy="3782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SENSOR</a:t>
            </a:r>
            <a:r>
              <a:rPr lang="es-419"/>
              <a:t> HCSR04</a:t>
            </a:r>
            <a:endParaRPr/>
          </a:p>
        </p:txBody>
      </p:sp>
      <p:sp>
        <p:nvSpPr>
          <p:cNvPr id="94" name="Google Shape;94;p17"/>
          <p:cNvSpPr txBox="1"/>
          <p:nvPr/>
        </p:nvSpPr>
        <p:spPr>
          <a:xfrm>
            <a:off x="98250" y="743450"/>
            <a:ext cx="89007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El sensor HC-SR04 permite detectar si hay objetos u obstáculos cercanos obteniendo la distancia a la que se encuentran. Su funcionamiento se basa en un emisor y receptor de ultrasonidos. El emisor emite una secuencia de impulsos de ultrasonidos y mide el tiempo hasta que el sensor los recibe (porque rebotan contra un objeto). Con el tiempo medido se calcula la distancia a la que se encuentra el objeto (si no hay ningún objeto, no se produce el “eco” y no se detecta nada)</a:t>
            </a:r>
            <a:endParaRPr/>
          </a:p>
        </p:txBody>
      </p:sp>
      <p:pic>
        <p:nvPicPr>
          <p:cNvPr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1375" y="2129950"/>
            <a:ext cx="6841339" cy="283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SENSOR HCSR04</a:t>
            </a:r>
            <a:endParaRPr/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71450"/>
            <a:ext cx="8217213" cy="421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Montaje 02</a:t>
            </a:r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98250" y="743450"/>
            <a:ext cx="8900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Conectar el sensor HC-SR04 al pin 2 (trigger) y 3 (echo) de Arduino. Envía cada 5 segundos la distancia medida por el sensor por la conexión serie</a:t>
            </a:r>
            <a:endParaRPr/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600" y="1650350"/>
            <a:ext cx="8209299" cy="26398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SENSOR MPU6050</a:t>
            </a:r>
            <a:endParaRPr/>
          </a:p>
        </p:txBody>
      </p:sp>
      <p:sp>
        <p:nvSpPr>
          <p:cNvPr id="114" name="Google Shape;114;p20"/>
          <p:cNvSpPr txBox="1"/>
          <p:nvPr/>
        </p:nvSpPr>
        <p:spPr>
          <a:xfrm>
            <a:off x="98250" y="743450"/>
            <a:ext cx="8900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EL MPU6050 es una unidad de medición inercial o IMU (Inertial Measurment Units) de 6 grados de libertad (DoF) pues combina un acelerómetro de 3 ejes y un giroscopio de 3 ejes. Este sensor es muy utilizado en navegación, goniometría, estabilización, etc.</a:t>
            </a:r>
            <a:endParaRPr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200" y="1574750"/>
            <a:ext cx="5526956" cy="326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0906" y="3542550"/>
            <a:ext cx="3018045" cy="561918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0"/>
          <p:cNvSpPr txBox="1"/>
          <p:nvPr/>
        </p:nvSpPr>
        <p:spPr>
          <a:xfrm>
            <a:off x="5980900" y="2451325"/>
            <a:ext cx="2824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Para obtener el valor de las aceleraciones y sus direcciones utilizamos el bloque: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Montaje 03</a:t>
            </a:r>
            <a:endParaRPr/>
          </a:p>
        </p:txBody>
      </p:sp>
      <p:sp>
        <p:nvSpPr>
          <p:cNvPr id="123" name="Google Shape;123;p21"/>
          <p:cNvSpPr txBox="1"/>
          <p:nvPr/>
        </p:nvSpPr>
        <p:spPr>
          <a:xfrm>
            <a:off x="3638975" y="698850"/>
            <a:ext cx="5285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Conectar el sensor MPU-6050 al Arduino. Envía cada 1 segundos las aceleraciones con su dirección al monitor serie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124" name="Google Shape;1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3424" y="2432254"/>
            <a:ext cx="4076800" cy="2739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9450" y="1346400"/>
            <a:ext cx="2305050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698850"/>
            <a:ext cx="3421596" cy="429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SENSOR BMP280</a:t>
            </a:r>
            <a:endParaRPr/>
          </a:p>
        </p:txBody>
      </p:sp>
      <p:sp>
        <p:nvSpPr>
          <p:cNvPr id="132" name="Google Shape;132;p22"/>
          <p:cNvSpPr txBox="1"/>
          <p:nvPr/>
        </p:nvSpPr>
        <p:spPr>
          <a:xfrm>
            <a:off x="98250" y="743450"/>
            <a:ext cx="8900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El BMP280 es un termómetro y barómetro digital del fabricante Bosch Sensortech, que permite realizar lecturas de temperatura, presión atmosférica, y estimación de altitud sobre el nivel del mar.</a:t>
            </a:r>
            <a:endParaRPr/>
          </a:p>
        </p:txBody>
      </p:sp>
      <p:sp>
        <p:nvSpPr>
          <p:cNvPr id="133" name="Google Shape;133;p22"/>
          <p:cNvSpPr txBox="1"/>
          <p:nvPr/>
        </p:nvSpPr>
        <p:spPr>
          <a:xfrm>
            <a:off x="5568375" y="1665150"/>
            <a:ext cx="2824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Para obtener el valor de la altura, temperatura y presión utilizamos el bloque:</a:t>
            </a:r>
            <a:endParaRPr/>
          </a:p>
        </p:txBody>
      </p:sp>
      <p:pic>
        <p:nvPicPr>
          <p:cNvPr id="134" name="Google Shape;13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9502" y="2742925"/>
            <a:ext cx="33909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250" y="1452850"/>
            <a:ext cx="5134701" cy="3315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Montaje 04</a:t>
            </a:r>
            <a:endParaRPr/>
          </a:p>
        </p:txBody>
      </p:sp>
      <p:sp>
        <p:nvSpPr>
          <p:cNvPr id="141" name="Google Shape;141;p23"/>
          <p:cNvSpPr txBox="1"/>
          <p:nvPr/>
        </p:nvSpPr>
        <p:spPr>
          <a:xfrm>
            <a:off x="476025" y="770025"/>
            <a:ext cx="8216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Conectar el sensor BMP280 al Arduino. Envía cada 1 segundos la medida de presión, altura y humendad al monitor serie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3008400"/>
            <a:ext cx="4606242" cy="165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5100" y="1761938"/>
            <a:ext cx="2305050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1075" y="1875179"/>
            <a:ext cx="4380925" cy="29465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