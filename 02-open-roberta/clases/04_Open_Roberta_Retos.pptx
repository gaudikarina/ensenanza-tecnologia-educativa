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caab357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caab357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def084a33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def084a33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ddcaab357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ddcaab357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ddcaab357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ddcaab357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ddcaab357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ddcaab357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ddcaab357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ddcaab357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ddcaab357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ddcaab357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_pFehoutwR1cJO0jGQefnDrCqVMc2Jlc/view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YQeOH0mMzjye3e69wwdrFwVz6pPbsXU0/view" TargetMode="External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file/d/1Y4dS29a5Y3ZjmVs35m0oLX8nPIDxWcx9/view?usp=sharing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ZQRT0UtedZ3RIPS4LaCvYC7c56lUFYrS/view" TargetMode="Externa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Open Roberta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/>
              <a:t>Robot Seguidor de Linea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Algoritmo Básico con 2 sensores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471900" y="2115725"/>
            <a:ext cx="3997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INICIO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Orientar el robot sobre la línea horizontal con el sensor 1 sobre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línea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negra 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01 detecta color negro, entonces, gira derecha 5 grados, en caso contrario,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gira izquierda 5 grados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625" y="2110175"/>
            <a:ext cx="3512875" cy="235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Open Roberta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126125" y="1953625"/>
            <a:ext cx="3997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INICIO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Orientar el robot sobre la línea horizontal con el sensor 1 sobre línea negra 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01 detecta color negro, entonces, girar levemente a la izquierda, en caso contrario,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 el sensor 3 detecta color negro, entonces, girar levemente a la derecha, en caso contrario, moverse hacia adelante.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325" y="1628775"/>
            <a:ext cx="5041900" cy="274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1093300" y="14039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16" title="ejercicio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874" y="766525"/>
            <a:ext cx="5735026" cy="430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Realizar el siguiente reto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240475" y="1805400"/>
            <a:ext cx="5745300" cy="30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Tu tarea es crear un programa en Open Roberta que haga que el Robot dibuje 10 cuadrados (uno dentro del otro) que tengan 5 cm de separación entre ellos. Haga el programa lo más compacto posible.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La </a:t>
            </a:r>
            <a:r>
              <a:rPr lang="es-419"/>
              <a:t>figura muestra</a:t>
            </a:r>
            <a:r>
              <a:rPr lang="es-419"/>
              <a:t> </a:t>
            </a:r>
            <a:r>
              <a:rPr lang="es-419"/>
              <a:t>cómo</a:t>
            </a:r>
            <a:r>
              <a:rPr lang="es-419"/>
              <a:t> </a:t>
            </a:r>
            <a:r>
              <a:rPr lang="es-419"/>
              <a:t>deberían</a:t>
            </a:r>
            <a:r>
              <a:rPr lang="es-419"/>
              <a:t> lucir los cuadrados aproximadamente.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419"/>
              <a:t>Tip: </a:t>
            </a:r>
            <a:r>
              <a:rPr lang="es-419"/>
              <a:t>En </a:t>
            </a:r>
            <a:r>
              <a:rPr lang="es-419"/>
              <a:t>este</a:t>
            </a:r>
            <a:r>
              <a:rPr lang="es-419"/>
              <a:t> ejercicio, deberás utilizar los controles de acción, control, matematica y 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Utiliza el escenario de coordenadas predefinido</a:t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7350" y="2286125"/>
            <a:ext cx="255270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</a:t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1093300" y="14039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" name="Google Shape;103;p18" title="ejercicio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3650" y="702575"/>
            <a:ext cx="6031576" cy="452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 el siguiente reto</a:t>
            </a:r>
            <a:endParaRPr/>
          </a:p>
        </p:txBody>
      </p:sp>
      <p:sp>
        <p:nvSpPr>
          <p:cNvPr id="109" name="Google Shape;109;p19"/>
          <p:cNvSpPr txBox="1"/>
          <p:nvPr>
            <p:ph idx="4294967295" type="body"/>
          </p:nvPr>
        </p:nvSpPr>
        <p:spPr>
          <a:xfrm>
            <a:off x="191600" y="779150"/>
            <a:ext cx="4010400" cy="30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Tu tarea es crear un programa en Open Roberta que haga que el Robot recorra el laberinto.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Utiliza los sensores de color para detectar los cruces.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Descarga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aquí </a:t>
            </a:r>
            <a:r>
              <a:rPr lang="es-419"/>
              <a:t>la imagen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8850" y="1064650"/>
            <a:ext cx="4637200" cy="33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</a:t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1093300" y="14039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p20" title="ejercicio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5425" y="699175"/>
            <a:ext cx="5840100" cy="438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