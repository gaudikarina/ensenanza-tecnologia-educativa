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19934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199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9b0da31677_2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9b0da31677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9b0da31677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9b0da31677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19934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1993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9b0da31677_2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9b0da31677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9b0da31677_2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9b0da31677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a8dcb5664422668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a8dcb566442266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9b0da31677_2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9b0da31677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9b0da31677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9b0da31677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9b0da31677_2_1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9b0da31677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roberta-home.de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Clase: Open Roberta Lab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22</a:t>
            </a:r>
            <a:r>
              <a:rPr lang="es-419"/>
              <a:t> de noviembre de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2" type="body"/>
          </p:nvPr>
        </p:nvSpPr>
        <p:spPr>
          <a:xfrm>
            <a:off x="4939500" y="108175"/>
            <a:ext cx="3837000" cy="49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Plataforma en Internet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Programación en Bloque: Lenguaje NEPO ( New Easy Programming Online)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Permite programar Robots Lego </a:t>
            </a:r>
            <a:r>
              <a:rPr lang="es-419"/>
              <a:t>Mindstorms</a:t>
            </a:r>
            <a:r>
              <a:rPr lang="es-419"/>
              <a:t> EV3, Arduino, BBC micro entre otros.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Es código abierto.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Iniciativa Alemana: “</a:t>
            </a:r>
            <a:r>
              <a:rPr lang="es-419">
                <a:uFill>
                  <a:noFill/>
                </a:uFill>
                <a:hlinkClick r:id="rId3"/>
              </a:rPr>
              <a:t>Roberta – Learning with Robots</a:t>
            </a:r>
            <a:r>
              <a:rPr lang="es-419"/>
              <a:t>”</a:t>
            </a:r>
            <a:r>
              <a:rPr lang="es-419"/>
              <a:t>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s-419"/>
              <a:t>Basado en Scratch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263" y="1193325"/>
            <a:ext cx="414337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LEGO Mindstorms EV3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849500" y="1806150"/>
            <a:ext cx="4844400" cy="30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Es un set que contiene: bloque de alimentación programable, servomotores, sensores de color, táctiles, giroscopo, ultrasónico, temperatura e infrarrojos.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pueden construir hasta 5 modelos de robot.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Software educativo.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Conexión Bluetooth, Wifi y USB.</a:t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25" y="1721576"/>
            <a:ext cx="3332275" cy="33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Interfaz Open Roberta Lab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125" y="1800700"/>
            <a:ext cx="7001874" cy="313770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12325" y="2844200"/>
            <a:ext cx="884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Roboto"/>
                <a:ea typeface="Roboto"/>
                <a:cs typeface="Roboto"/>
                <a:sym typeface="Roboto"/>
              </a:rPr>
              <a:t>Barra de funciones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786425" y="2488400"/>
            <a:ext cx="3303000" cy="21648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Simulación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060025" y="2272400"/>
            <a:ext cx="884700" cy="18474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2312875" y="2351850"/>
            <a:ext cx="1781400" cy="22212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Entorno de Programación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Primer Ejercicio: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Trabajo Individual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400" y="1946925"/>
            <a:ext cx="3883925" cy="285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09800" y="1741575"/>
            <a:ext cx="46566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En la escena que se muestra, diseñar un programa que: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Mueva el motor hacia adelante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Se detenga a 20 cm del primer obstáculo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Gire al sentido contrario.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Regrese a su posición inicial.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Gire 90º y repita el procedimiento (el sentido de giro es el que usted prefiera).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s-419" sz="1600"/>
              <a:t>Active el trazo.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Procedimiento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Primeros Pasos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71800" y="1806150"/>
            <a:ext cx="5376600" cy="15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Iniciar Open Roberta:</a:t>
            </a:r>
            <a:r>
              <a:rPr lang="es-419" sz="2000" u="sng">
                <a:solidFill>
                  <a:schemeClr val="dk1"/>
                </a:solidFill>
              </a:rPr>
              <a:t> lab.open-roberta.org</a:t>
            </a:r>
            <a:endParaRPr sz="2000" u="sng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Selecciona el robot EV3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Selecciona la versión 0.9.1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Inicia Sesión:</a:t>
            </a:r>
            <a:endParaRPr sz="2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213" y="2952338"/>
            <a:ext cx="193357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5848400" y="1877550"/>
            <a:ext cx="3070800" cy="15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Escoge el escenario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Elimina el obstáculo</a:t>
            </a:r>
            <a:endParaRPr sz="2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425" y="2835350"/>
            <a:ext cx="2844000" cy="20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Programación: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237800" y="1711550"/>
            <a:ext cx="2595600" cy="6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/>
              <a:t>Mueva el motor hacia adelante</a:t>
            </a:r>
            <a:endParaRPr sz="16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800" y="1771025"/>
            <a:ext cx="38862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9400" y="2604650"/>
            <a:ext cx="55340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/>
          <p:nvPr/>
        </p:nvSpPr>
        <p:spPr>
          <a:xfrm>
            <a:off x="2509425" y="1849325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237800" y="2368850"/>
            <a:ext cx="2001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Se detenga a 20 cm de cualquier obstáculo</a:t>
            </a:r>
            <a:endParaRPr sz="16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2526200" y="2645813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237800" y="3267700"/>
            <a:ext cx="2041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Gire al sentido contrario </a:t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2509425" y="3335900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9400" y="3267688"/>
            <a:ext cx="23050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217850" y="3931575"/>
            <a:ext cx="2041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Regrese a su posición inicial.</a:t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2446400" y="4225725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7575" y="4297613"/>
            <a:ext cx="270510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798550" y="4102200"/>
            <a:ext cx="2131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</a:pPr>
            <a:r>
              <a:rPr lang="es-419" sz="1000">
                <a:latin typeface="Roboto"/>
                <a:ea typeface="Roboto"/>
                <a:cs typeface="Roboto"/>
                <a:sym typeface="Roboto"/>
              </a:rPr>
              <a:t>Se define la variable para guardar la distancia recorrida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256300" y="2647625"/>
            <a:ext cx="2041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-419" sz="16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Regrese a su posición inicial.</a:t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1669850" y="2896775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1837550" y="2527625"/>
            <a:ext cx="2131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</a:pPr>
            <a:r>
              <a:rPr lang="es-419" sz="1000">
                <a:latin typeface="Roboto"/>
                <a:ea typeface="Roboto"/>
                <a:cs typeface="Roboto"/>
                <a:sym typeface="Roboto"/>
              </a:rPr>
              <a:t>Se guarda el valor de la distancia en la variable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</a:pPr>
            <a:r>
              <a:rPr lang="es-419" sz="1000">
                <a:latin typeface="Roboto"/>
                <a:ea typeface="Roboto"/>
                <a:cs typeface="Roboto"/>
                <a:sym typeface="Roboto"/>
              </a:rPr>
              <a:t>Se mueve el robot hasta el valor de “inicio”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900" y="3644450"/>
            <a:ext cx="28860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/>
          <p:cNvPicPr preferRelativeResize="0"/>
          <p:nvPr/>
        </p:nvPicPr>
        <p:blipFill rotWithShape="1">
          <a:blip r:embed="rId4">
            <a:alphaModFix/>
          </a:blip>
          <a:srcRect b="0" l="0" r="6985" t="0"/>
          <a:stretch/>
        </p:blipFill>
        <p:spPr>
          <a:xfrm>
            <a:off x="3917900" y="2338925"/>
            <a:ext cx="521852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Programación: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73800" y="1779150"/>
            <a:ext cx="2406600" cy="32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Gire 90º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00"/>
              <a:t>repita el procedimiento indefinidamente  (el sentido de giro es el que usted prefiera).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600"/>
              <a:t>Active el trazo.</a:t>
            </a:r>
            <a:endParaRPr sz="1600"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4800" y="4497213"/>
            <a:ext cx="44767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2680400" y="4694838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875" y="1838925"/>
            <a:ext cx="22669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/>
          <p:nvPr/>
        </p:nvSpPr>
        <p:spPr>
          <a:xfrm>
            <a:off x="2752400" y="1997613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>
            <a:off x="2752400" y="2910950"/>
            <a:ext cx="387000" cy="21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6875" y="2475238"/>
            <a:ext cx="4532725" cy="191906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/>
          <p:nvPr/>
        </p:nvSpPr>
        <p:spPr>
          <a:xfrm>
            <a:off x="4947750" y="4158225"/>
            <a:ext cx="1503000" cy="6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3"/>
              </a:highlight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3775" y="3702965"/>
            <a:ext cx="822200" cy="79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7359000" y="3307975"/>
            <a:ext cx="178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Se debe reiniciar el valor del encoder en cada ciclo, y asi obtener la distancia desde el punto de origen en cada caso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471900" y="297225"/>
            <a:ext cx="8222100" cy="120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 final</a:t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00" y="1708675"/>
            <a:ext cx="8783133" cy="34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82125" y="1310550"/>
            <a:ext cx="8222100" cy="25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Muy bien, ahora pasemos a la actividad </a:t>
            </a:r>
            <a:r>
              <a:rPr lang="es-419"/>
              <a:t>de desarrollo</a:t>
            </a:r>
            <a:r>
              <a:rPr lang="es-419"/>
              <a:t> </a:t>
            </a:r>
            <a:r>
              <a:rPr lang="es-419"/>
              <a:t>en la plataforma moodle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