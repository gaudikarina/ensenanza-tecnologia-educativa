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caab357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caab357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df9c2305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df9c2305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def084a33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def084a33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df9a0a96c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df9a0a96c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df9a0a96c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df9a0a96c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iqAF5tEISyFPCQ03JQPtr0YQXjUir7Yn/view?usp=sharing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hyperlink" Target="https://docs.google.com/document/d/1XwTvR6n3_fODjor5j4-0kaimFnx8zDvtwrgyZTAYTZU/edit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iqAF5tEISyFPCQ03JQPtr0YQXjUir7Yn/view?usp=sharing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j8k09-JPhYnAUxuvKq5m7i6LgoKjoppv/view?usp=sharing" TargetMode="External"/><Relationship Id="rId4" Type="http://schemas.openxmlformats.org/officeDocument/2006/relationships/hyperlink" Target="https://drive.google.com/file/d/1jHnk-7MSetLovxtEnV6jwPn5yRua-GIq/view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Open Roberta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/>
              <a:t>Robot Seguidor de Linea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Algoritmo Básico con 1 sensor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633975" y="1802350"/>
            <a:ext cx="399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Pruebe el algoritmo desarrollado en el Avance 3 para el seguidor 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línea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con 1 sensor, en la siguiente </a:t>
            </a: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pista.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000" y="2571750"/>
            <a:ext cx="3513326" cy="219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0776" y="1802350"/>
            <a:ext cx="4581024" cy="17996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5232650" y="4252825"/>
            <a:ext cx="393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Responde ¿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sucede? en el siguiente</a:t>
            </a: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 archivo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Open Roberta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71900" y="1919075"/>
            <a:ext cx="45636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Inicie Open Roberta y logueese en el grupo:</a:t>
            </a:r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875" y="2409825"/>
            <a:ext cx="375285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/>
          <p:nvPr/>
        </p:nvSpPr>
        <p:spPr>
          <a:xfrm>
            <a:off x="2118525" y="3032125"/>
            <a:ext cx="1690800" cy="297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498" y="52388"/>
            <a:ext cx="3166521" cy="503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6475" y="3926700"/>
            <a:ext cx="8382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7321500" y="3074075"/>
            <a:ext cx="18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Nro de Lista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" name="Google Shape;89;p15"/>
          <p:cNvCxnSpPr>
            <a:endCxn id="88" idx="1"/>
          </p:cNvCxnSpPr>
          <p:nvPr/>
        </p:nvCxnSpPr>
        <p:spPr>
          <a:xfrm>
            <a:off x="6416700" y="3234575"/>
            <a:ext cx="904800" cy="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5"/>
          <p:cNvCxnSpPr>
            <a:stCxn id="87" idx="0"/>
          </p:cNvCxnSpPr>
          <p:nvPr/>
        </p:nvCxnSpPr>
        <p:spPr>
          <a:xfrm flipH="1" rot="10800000">
            <a:off x="6405575" y="3496500"/>
            <a:ext cx="1023000" cy="43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Algoritmo Básico con 2 sensores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471900" y="1888775"/>
            <a:ext cx="231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Pruebe el algoritmo desarrollado en el Avance 3 para el seguidor de línea con 2 sensores, en la siguiente </a:t>
            </a: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pista.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5773" y="1759125"/>
            <a:ext cx="5740324" cy="30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792" y="3367000"/>
            <a:ext cx="2319600" cy="155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Retos</a:t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662400" y="940200"/>
            <a:ext cx="72534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Aplique el algortimo básico de dos sensores  en las siguientes pistas: </a:t>
            </a:r>
            <a:r>
              <a:rPr lang="es-419" sz="20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pista2</a:t>
            </a: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s-419" sz="20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pista3</a:t>
            </a: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En la pista 3. Aumente la velocidad de 0 a 20, de 30 a 70 y de 50 a 100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lphaLcPeriod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¿Qué sucede?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En la pista 3. Aumente la velocidad de 20 a 40, de 70 a 100 y de 100 a 150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lphaLcPeriod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¿Qué sucede?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En la pista 3. Aumente la velocidad de 40 a 50, de 100 a 150 y de 150 a 200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lphaLcPeriod"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¿Qué sucede?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Algoritmo2 con 2 sensores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8801169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