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9b0da31677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9b0da3167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9b106d43ae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9b106d43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9b0da31677_2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9b0da31677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92bba83fb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92bba83f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 Lab</a:t>
            </a:r>
            <a:br>
              <a:rPr lang="es-419"/>
            </a:br>
            <a:r>
              <a:rPr lang="es-419"/>
              <a:t>Actividad de Desarrollo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22</a:t>
            </a:r>
            <a:r>
              <a:rPr lang="es-419"/>
              <a:t> de noviembre de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Segundo </a:t>
            </a:r>
            <a:r>
              <a:rPr lang="es-419"/>
              <a:t>Ejercicio de Repaso: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Trabajo Grupal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09800" y="1741575"/>
            <a:ext cx="46566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1C4587"/>
                </a:solidFill>
              </a:rPr>
              <a:t>Condiciones Iniciales:</a:t>
            </a:r>
            <a:endParaRPr b="1" sz="1600">
              <a:solidFill>
                <a:srgbClr val="1C4587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Carga el escenario dado en Open Roberta con la opción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Ubica en el cubo un obstáculo.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Ubica el Robot en Inicio detrás de la línea y centrado.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Confirma la configuración del robot: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Sensor 3=Color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Sensor 4=Ultrasonidos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600"/>
              <a:t> </a:t>
            </a:r>
            <a:endParaRPr sz="1200"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400" y="1993950"/>
            <a:ext cx="3872801" cy="290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3350" y="2571750"/>
            <a:ext cx="318525" cy="41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77" name="Google Shape;7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075" y="2983954"/>
            <a:ext cx="227575" cy="26774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Segundo Ejercicio de Repaso: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Trabajo Grupal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73325" y="1702175"/>
            <a:ext cx="57582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C4587"/>
                </a:solidFill>
              </a:rPr>
              <a:t>Reto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400"/>
              <a:t>Dado el siguiente escenario programa el robot para que al detectar el color</a:t>
            </a:r>
            <a:r>
              <a:rPr lang="es-419" sz="1400">
                <a:solidFill>
                  <a:schemeClr val="accent3"/>
                </a:solidFill>
              </a:rPr>
              <a:t> rojo, </a:t>
            </a:r>
            <a:r>
              <a:rPr lang="es-419" sz="1400"/>
              <a:t>espere 1 segundo y luego siga avanzando, al detectar un objeto debe detenerse y esquivarlo utilizando sólo bloques de girar y avanzar, una vez esquivado el objeto debe colocarse en dirección de la lìnea amarilla, seguir avanzando hasta detectar el color</a:t>
            </a:r>
            <a:r>
              <a:rPr lang="es-419" sz="1400">
                <a:solidFill>
                  <a:srgbClr val="FFE599"/>
                </a:solidFill>
              </a:rPr>
              <a:t> </a:t>
            </a:r>
            <a:r>
              <a:rPr lang="es-419" sz="1400">
                <a:solidFill>
                  <a:srgbClr val="F1C232"/>
                </a:solidFill>
              </a:rPr>
              <a:t>amarillo, </a:t>
            </a:r>
            <a:r>
              <a:rPr lang="es-419" sz="1400"/>
              <a:t>esperar 1 segundo y luego sigue avanzando y antes de toparse con la pared debe girar en dirección de la lìnea azul,  seguir avanzando hasta detectar el color </a:t>
            </a:r>
            <a:r>
              <a:rPr lang="es-419" sz="1400">
                <a:solidFill>
                  <a:schemeClr val="dk1"/>
                </a:solidFill>
              </a:rPr>
              <a:t>azul, </a:t>
            </a:r>
            <a:r>
              <a:rPr lang="es-419" sz="1400"/>
              <a:t>esperar 1 segundo y parar cuando llegue a fin.</a:t>
            </a:r>
            <a:endParaRPr sz="1000"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525" y="2375775"/>
            <a:ext cx="3236750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Segundo Ejercicio de Repaso: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Trabajo Grupal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73325" y="1773125"/>
            <a:ext cx="5758200" cy="3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De acuerdo al reto planteado responda: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¿ </a:t>
            </a:r>
            <a:r>
              <a:rPr lang="es-419" sz="1500"/>
              <a:t>Cuántos</a:t>
            </a:r>
            <a:r>
              <a:rPr lang="es-419" sz="1500"/>
              <a:t> sensores debes usar para resolver el reto?¿</a:t>
            </a:r>
            <a:r>
              <a:rPr lang="es-419" sz="1500"/>
              <a:t>Cuáles</a:t>
            </a:r>
            <a:r>
              <a:rPr lang="es-419" sz="1500"/>
              <a:t>?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¿</a:t>
            </a:r>
            <a:r>
              <a:rPr lang="es-419" sz="1500"/>
              <a:t>Cuál</a:t>
            </a:r>
            <a:r>
              <a:rPr lang="es-419" sz="1500"/>
              <a:t> sería el algoritmo más eficiente: </a:t>
            </a:r>
            <a:r>
              <a:rPr lang="es-419" sz="1500"/>
              <a:t>sólo</a:t>
            </a:r>
            <a:r>
              <a:rPr lang="es-419" sz="1500"/>
              <a:t> bloques de avance y giro </a:t>
            </a:r>
            <a:r>
              <a:rPr lang="es-419" sz="1500"/>
              <a:t>o aplicando</a:t>
            </a:r>
            <a:r>
              <a:rPr lang="es-419" sz="1500"/>
              <a:t> estructuras de control, decisión y lógicas?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Desarrolla un algoritmo de solución en pseudocódigo o diagramas de flujo, el que más domines, antes de resolver el reto directamente en OPEN ROBERTA.</a:t>
            </a:r>
            <a:endParaRPr sz="150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100" y="2082725"/>
            <a:ext cx="3236750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