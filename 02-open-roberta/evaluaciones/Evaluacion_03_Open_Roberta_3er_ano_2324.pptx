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974401c0e2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974401c0e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74401c0e2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974401c0e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974401c0e2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974401c0e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974401c0e2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974401c0e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974401c0e2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974401c0e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dd04671aaa_0_10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dd04671aa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74401c0e2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974401c0e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dd04671aaa_0_1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dd04671aa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dd04671aa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dd04671aa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ab.open-roberta.org/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open?id=1URub_62ttHOiARbkQr8OLCDo74bgNDpT&amp;authuser=gaudi.montessori%40gmail.com&amp;usp=drive_fs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Open Roberta Lab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Uso de Sensores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Recordemos de la clase anterior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idx="2" type="body"/>
          </p:nvPr>
        </p:nvSpPr>
        <p:spPr>
          <a:xfrm>
            <a:off x="4939500" y="108175"/>
            <a:ext cx="3837000" cy="49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Ingresa a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Open Roberta</a:t>
            </a:r>
            <a:r>
              <a:rPr lang="es-419"/>
              <a:t> en la web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s-419"/>
              <a:t>Escoge el Robot EV3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450" y="827924"/>
            <a:ext cx="4300874" cy="26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idx="2" type="body"/>
          </p:nvPr>
        </p:nvSpPr>
        <p:spPr>
          <a:xfrm>
            <a:off x="4939500" y="108175"/>
            <a:ext cx="3837000" cy="49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600"/>
              </a:spcAft>
              <a:buSzPts val="1800"/>
              <a:buChar char="●"/>
            </a:pPr>
            <a:r>
              <a:rPr lang="es-419"/>
              <a:t>Escoge la versión EV3leJOS 0.9.1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3" y="934425"/>
            <a:ext cx="4572000" cy="285240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559850" y="1507825"/>
            <a:ext cx="1300800" cy="9459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2" type="body"/>
          </p:nvPr>
        </p:nvSpPr>
        <p:spPr>
          <a:xfrm>
            <a:off x="169950" y="386175"/>
            <a:ext cx="3837000" cy="4254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50">
                <a:solidFill>
                  <a:schemeClr val="dk2"/>
                </a:solidFill>
              </a:rPr>
              <a:t>Para poder hacer uso de todas las herramientas de Open Roberta, es necesario en tu primer acceso crear una cuenta, o afiliarse a un grupo de usuarios, a continuación se muestran ambos métodos.</a:t>
            </a:r>
            <a:endParaRPr sz="115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50">
                <a:solidFill>
                  <a:schemeClr val="accent3"/>
                </a:solidFill>
              </a:rPr>
              <a:t>En la clase de utilizaremos el método de afiliarse a un grupo de usuarios.</a:t>
            </a:r>
            <a:endParaRPr b="1" sz="155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es-419">
                <a:solidFill>
                  <a:schemeClr val="dk2"/>
                </a:solidFill>
              </a:rPr>
              <a:t>Afiliarse a un grupo: </a:t>
            </a:r>
            <a:r>
              <a:rPr lang="es-419" sz="1150">
                <a:solidFill>
                  <a:schemeClr val="dk2"/>
                </a:solidFill>
              </a:rPr>
              <a:t> únicamente se llena el formulario y con ello todo tu trabajo quedará automáticamente grabado en la sesión de clase, donde tu profesora tendrá acceso inmediatamente.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92" name="Google Shape;92;p17"/>
          <p:cNvGrpSpPr/>
          <p:nvPr/>
        </p:nvGrpSpPr>
        <p:grpSpPr>
          <a:xfrm>
            <a:off x="5062475" y="964725"/>
            <a:ext cx="3648075" cy="2800350"/>
            <a:chOff x="5034250" y="386175"/>
            <a:chExt cx="3648075" cy="2800350"/>
          </a:xfrm>
        </p:grpSpPr>
        <p:pic>
          <p:nvPicPr>
            <p:cNvPr id="93" name="Google Shape;9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34250" y="386175"/>
              <a:ext cx="3648075" cy="2800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7"/>
            <p:cNvSpPr/>
            <p:nvPr/>
          </p:nvSpPr>
          <p:spPr>
            <a:xfrm>
              <a:off x="5601650" y="436975"/>
              <a:ext cx="585600" cy="5565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Afiliarse a un grupo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226075" y="15505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419"/>
              <a:t>Rellena el formulario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-419"/>
              <a:t>Nombre de usuario: </a:t>
            </a:r>
            <a:r>
              <a:rPr lang="es-419"/>
              <a:t>son las iniciales de tu nombre (sin apellido)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-419"/>
              <a:t>Contraseña: </a:t>
            </a:r>
            <a:endParaRPr b="1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028" y="0"/>
            <a:ext cx="257655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5028" y="3002825"/>
            <a:ext cx="1600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025" y="3642050"/>
            <a:ext cx="1170725" cy="26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8"/>
          <p:cNvCxnSpPr/>
          <p:nvPr/>
        </p:nvCxnSpPr>
        <p:spPr>
          <a:xfrm flipH="1">
            <a:off x="1509300" y="3293075"/>
            <a:ext cx="430500" cy="3528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8"/>
          <p:cNvSpPr txBox="1"/>
          <p:nvPr/>
        </p:nvSpPr>
        <p:spPr>
          <a:xfrm>
            <a:off x="747425" y="3645875"/>
            <a:ext cx="10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Código: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1543450" y="3706550"/>
            <a:ext cx="160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Nombre de usuario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" name="Google Shape;107;p18"/>
          <p:cNvCxnSpPr>
            <a:endCxn id="106" idx="0"/>
          </p:cNvCxnSpPr>
          <p:nvPr/>
        </p:nvCxnSpPr>
        <p:spPr>
          <a:xfrm flipH="1">
            <a:off x="2343550" y="3293150"/>
            <a:ext cx="390900" cy="4134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01: </a:t>
            </a:r>
            <a:endParaRPr/>
          </a:p>
        </p:txBody>
      </p:sp>
      <p:sp>
        <p:nvSpPr>
          <p:cNvPr id="113" name="Google Shape;113;p19"/>
          <p:cNvSpPr txBox="1"/>
          <p:nvPr>
            <p:ph idx="4294967295" type="body"/>
          </p:nvPr>
        </p:nvSpPr>
        <p:spPr>
          <a:xfrm>
            <a:off x="272125" y="712250"/>
            <a:ext cx="8416200" cy="12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Aplica el siguiente código de programación en open roberta utilizando el escenario mostrado y colocando el robot sobre la línea negra como indica la figura: 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75" y="2402675"/>
            <a:ext cx="5873425" cy="246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300" y="1473925"/>
            <a:ext cx="3578800" cy="232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75" y="1533675"/>
            <a:ext cx="6146525" cy="3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02: </a:t>
            </a:r>
            <a:endParaRPr/>
          </a:p>
        </p:txBody>
      </p:sp>
      <p:sp>
        <p:nvSpPr>
          <p:cNvPr id="122" name="Google Shape;122;p20"/>
          <p:cNvSpPr txBox="1"/>
          <p:nvPr>
            <p:ph idx="4294967295" type="body"/>
          </p:nvPr>
        </p:nvSpPr>
        <p:spPr>
          <a:xfrm>
            <a:off x="272125" y="712250"/>
            <a:ext cx="8416200" cy="12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Aplica el siguiente código de programación en open roberta utilizando el escenario mostrado y colocando el robot sobre la línea negra como indica la figura: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5151" y="1485725"/>
            <a:ext cx="2937251" cy="190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1325" y="3435325"/>
            <a:ext cx="2573525" cy="1619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03:</a:t>
            </a:r>
            <a:endParaRPr/>
          </a:p>
        </p:txBody>
      </p:sp>
      <p:sp>
        <p:nvSpPr>
          <p:cNvPr id="130" name="Google Shape;130;p21"/>
          <p:cNvSpPr txBox="1"/>
          <p:nvPr>
            <p:ph idx="4294967295" type="body"/>
          </p:nvPr>
        </p:nvSpPr>
        <p:spPr>
          <a:xfrm>
            <a:off x="272125" y="712250"/>
            <a:ext cx="4027200" cy="15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Sube </a:t>
            </a:r>
            <a:r>
              <a:rPr lang="es-419"/>
              <a:t>el siguiente escenario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(dojo)</a:t>
            </a:r>
            <a:r>
              <a:rPr lang="es-419"/>
              <a:t>, ubica el robot como indica la figura y realiza el siguiente código: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650" y="1938050"/>
            <a:ext cx="7777792" cy="273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2188" y="94487"/>
            <a:ext cx="3051865" cy="277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Cuestionario</a:t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1398175" y="1950075"/>
            <a:ext cx="6240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"/>
              <a:buChar char="●"/>
            </a:pP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Una vez realizados los ejercicios responde las preguntas del cuestionario que se encuentra en la actividad evaluada del avance 03 de la plataforma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