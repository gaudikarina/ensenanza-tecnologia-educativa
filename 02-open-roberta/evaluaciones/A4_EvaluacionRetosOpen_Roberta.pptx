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slide" Target="slides/slide5.xml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de3a228f8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de3a228f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de3a228f8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de3a228f8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de3a228f88_0_3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de3a228f8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de3a228f8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de3a228f8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rive.google.com/file/d/1a_zC8iV_HpHWWK1_Dr8lnTQcRyh4qSkq/view" TargetMode="External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rive.google.com/file/d/10UiKmCUVU6Gm4Nsu6Lr45Civ2qjrJk9e/view?usp=sharing" TargetMode="External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hyperlink" Target="http://drive.google.com/file/d/1bzQT_iutk2fwt28vRcge9d30Lr7poNqp/view" TargetMode="External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Evaluación Retos </a:t>
            </a:r>
            <a:r>
              <a:rPr lang="es-419"/>
              <a:t>Open Roberta Lab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09 de marzo de 2023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Open Roberta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919075"/>
            <a:ext cx="45636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-419"/>
              <a:t>Inicie Open Roberta y logueese en el grupo:</a:t>
            </a:r>
            <a:endParaRPr/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875" y="2409825"/>
            <a:ext cx="3752850" cy="20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/>
          <p:cNvSpPr/>
          <p:nvPr/>
        </p:nvSpPr>
        <p:spPr>
          <a:xfrm>
            <a:off x="2118525" y="3032125"/>
            <a:ext cx="1690800" cy="297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8498" y="52388"/>
            <a:ext cx="3166521" cy="5038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86475" y="3926700"/>
            <a:ext cx="8382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 txBox="1"/>
          <p:nvPr/>
        </p:nvSpPr>
        <p:spPr>
          <a:xfrm>
            <a:off x="7321500" y="3074075"/>
            <a:ext cx="182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Nro de Lista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0" name="Google Shape;80;p14"/>
          <p:cNvCxnSpPr>
            <a:endCxn id="79" idx="1"/>
          </p:cNvCxnSpPr>
          <p:nvPr/>
        </p:nvCxnSpPr>
        <p:spPr>
          <a:xfrm>
            <a:off x="6416700" y="3234575"/>
            <a:ext cx="904800" cy="3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" name="Google Shape;81;p14"/>
          <p:cNvCxnSpPr>
            <a:stCxn id="78" idx="0"/>
          </p:cNvCxnSpPr>
          <p:nvPr/>
        </p:nvCxnSpPr>
        <p:spPr>
          <a:xfrm flipH="1" rot="10800000">
            <a:off x="6405575" y="3496500"/>
            <a:ext cx="1023000" cy="43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RETO 01</a:t>
            </a:r>
            <a:endParaRPr/>
          </a:p>
        </p:txBody>
      </p:sp>
      <p:sp>
        <p:nvSpPr>
          <p:cNvPr id="87" name="Google Shape;87;p15"/>
          <p:cNvSpPr txBox="1"/>
          <p:nvPr/>
        </p:nvSpPr>
        <p:spPr>
          <a:xfrm>
            <a:off x="98250" y="705525"/>
            <a:ext cx="32118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RESUELVA EL RETO COMO MUESTRA EL VIDEO, SI SE SABE QUE: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Inicio con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octagono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y termina con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triángulo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Lado inicial = 50 cm (octagono)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Lado final = 25 cm (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triángulo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Grado = 360/Nro de lados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Al finalizar guarda el archivo y aparecerá en la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sesión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de la profesora con tu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número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de lista.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8" name="Google Shape;88;p15" title="examen0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0050" y="842225"/>
            <a:ext cx="5556775" cy="41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RETO 02</a:t>
            </a:r>
            <a:endParaRPr/>
          </a:p>
        </p:txBody>
      </p:sp>
      <p:sp>
        <p:nvSpPr>
          <p:cNvPr id="94" name="Google Shape;94;p16"/>
          <p:cNvSpPr txBox="1"/>
          <p:nvPr>
            <p:ph idx="4294967295" type="body"/>
          </p:nvPr>
        </p:nvSpPr>
        <p:spPr>
          <a:xfrm>
            <a:off x="73325" y="941250"/>
            <a:ext cx="5758200" cy="4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-419" sz="1600"/>
              <a:t>Dado el siguiente </a:t>
            </a:r>
            <a:r>
              <a:rPr lang="es-419" sz="1600" u="sng">
                <a:solidFill>
                  <a:schemeClr val="hlink"/>
                </a:solidFill>
                <a:hlinkClick r:id="rId3"/>
              </a:rPr>
              <a:t>escenario</a:t>
            </a:r>
            <a:r>
              <a:rPr lang="es-419" sz="1600"/>
              <a:t> programa el robot para que al detectar el color</a:t>
            </a:r>
            <a:r>
              <a:rPr lang="es-419" sz="1600">
                <a:solidFill>
                  <a:schemeClr val="accent3"/>
                </a:solidFill>
              </a:rPr>
              <a:t> rojo, </a:t>
            </a:r>
            <a:r>
              <a:rPr lang="es-419" sz="1600"/>
              <a:t>espere 1 segundo y luego siga avanzando, al detectar un objeto debe detenerse y esquivarlo utilizando sólo bloques de girar y avanzar, una vez esquivado el objeto debe colocarse en dirección de la lìnea amarilla, seguir avanzando hasta detectar el color</a:t>
            </a:r>
            <a:r>
              <a:rPr lang="es-419" sz="1600">
                <a:solidFill>
                  <a:srgbClr val="FFE599"/>
                </a:solidFill>
              </a:rPr>
              <a:t> </a:t>
            </a:r>
            <a:r>
              <a:rPr lang="es-419" sz="1600">
                <a:solidFill>
                  <a:srgbClr val="F1C232"/>
                </a:solidFill>
              </a:rPr>
              <a:t>amarillo, </a:t>
            </a:r>
            <a:r>
              <a:rPr lang="es-419" sz="1600"/>
              <a:t>esperar 1 segundo y luego sigue avanzando y antes de toparse con la pared debe girar en dirección de la lìnea azul,  seguir avanzando hasta detectar el color </a:t>
            </a:r>
            <a:r>
              <a:rPr lang="es-419" sz="1600">
                <a:solidFill>
                  <a:schemeClr val="dk1"/>
                </a:solidFill>
              </a:rPr>
              <a:t>azul, </a:t>
            </a:r>
            <a:r>
              <a:rPr lang="es-419" sz="1600"/>
              <a:t>esperar 1 segundo y parar cuando llegue a fin. DEBE UTILIZAR SENSORES.</a:t>
            </a:r>
            <a:endParaRPr sz="1200"/>
          </a:p>
        </p:txBody>
      </p:sp>
      <p:pic>
        <p:nvPicPr>
          <p:cNvPr id="95" name="Google Shape;9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3350" y="1188800"/>
            <a:ext cx="3236750" cy="246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RETO 03</a:t>
            </a:r>
            <a:endParaRPr/>
          </a:p>
        </p:txBody>
      </p:sp>
      <p:sp>
        <p:nvSpPr>
          <p:cNvPr id="101" name="Google Shape;101;p17"/>
          <p:cNvSpPr txBox="1"/>
          <p:nvPr/>
        </p:nvSpPr>
        <p:spPr>
          <a:xfrm>
            <a:off x="98250" y="705525"/>
            <a:ext cx="3211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RESUELVA EL RETO COMO MUESTRA EL VIDEO, PARA ELLO CONSTRUYA EL ESCENARIO CON OBSTACULOS Y AREAS DE COLORES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" name="Google Shape;10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50" y="1713125"/>
            <a:ext cx="4737624" cy="3438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7" title="EXAMEN02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21524" y="1271825"/>
            <a:ext cx="4003326" cy="30024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