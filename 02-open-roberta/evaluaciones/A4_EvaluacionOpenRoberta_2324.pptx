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b74fd2cb5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b74fd2c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eb74fd2cb5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eb74fd2cb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eb74fd2cb5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eb74fd2c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eb74fd2cb5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eb74fd2c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b74fd2cb5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b74fd2c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eb74fd2cb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eb74fd2cb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de3a228f8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de3a228f8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ab.open-roberta.org/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a_zC8iV_HpHWWK1_Dr8lnTQcRyh4qSkq/view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r>
              <a:rPr lang="es-419"/>
              <a:t>Condicionales, Lógica, Variables y FuncionesOpen Roberta Lab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Avance 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Recordemos de la clase anterior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2" type="body"/>
          </p:nvPr>
        </p:nvSpPr>
        <p:spPr>
          <a:xfrm>
            <a:off x="4939500" y="108175"/>
            <a:ext cx="3837000" cy="49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Ingresa a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Open Roberta</a:t>
            </a:r>
            <a:r>
              <a:rPr lang="es-419"/>
              <a:t> en la web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-419"/>
              <a:t>Escoge el Robot EV3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450" y="827924"/>
            <a:ext cx="4300874" cy="26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4939500" y="108175"/>
            <a:ext cx="3837000" cy="49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es-419"/>
              <a:t>Escoge la versión EV3leJOS 0.9.1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3" y="934425"/>
            <a:ext cx="4572000" cy="285240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559850" y="1507825"/>
            <a:ext cx="1300800" cy="9459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169950" y="386175"/>
            <a:ext cx="3837000" cy="4254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chemeClr val="dk2"/>
                </a:solidFill>
              </a:rPr>
              <a:t>Para poder hacer uso de todas las herramientas de Open Roberta, es necesario en tu primer acceso crear una cuenta, o afiliarse a un grupo de usuarios, a continuación se muestran ambos métodos.</a:t>
            </a:r>
            <a:endParaRPr sz="115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50">
                <a:solidFill>
                  <a:schemeClr val="accent3"/>
                </a:solidFill>
              </a:rPr>
              <a:t>En la clase de utilizaremos el método de afiliarse a un grupo de usuarios.</a:t>
            </a:r>
            <a:endParaRPr b="1" sz="155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es-419">
                <a:solidFill>
                  <a:schemeClr val="dk2"/>
                </a:solidFill>
              </a:rPr>
              <a:t>Afiliarse a un grupo: </a:t>
            </a:r>
            <a:r>
              <a:rPr lang="es-419" sz="1150">
                <a:solidFill>
                  <a:schemeClr val="dk2"/>
                </a:solidFill>
              </a:rPr>
              <a:t> únicamente se llena el formulario y con ello todo tu trabajo quedará automáticamente grabado en la sesión de clase, donde tu profesora tendrá acceso inmediatamente.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5062475" y="964725"/>
            <a:ext cx="3648075" cy="2800350"/>
            <a:chOff x="5034250" y="386175"/>
            <a:chExt cx="3648075" cy="2800350"/>
          </a:xfrm>
        </p:grpSpPr>
        <p:pic>
          <p:nvPicPr>
            <p:cNvPr id="93" name="Google Shape;9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34250" y="386175"/>
              <a:ext cx="3648075" cy="2800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7"/>
            <p:cNvSpPr/>
            <p:nvPr/>
          </p:nvSpPr>
          <p:spPr>
            <a:xfrm>
              <a:off x="5601650" y="436975"/>
              <a:ext cx="585600" cy="5565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Afiliarse a un grupo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226075" y="15505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419"/>
              <a:t>Rellena el formulario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-419"/>
              <a:t>Nombre de usuario: </a:t>
            </a:r>
            <a:r>
              <a:rPr lang="es-419"/>
              <a:t>son las iniciales de tu nombre (sin apellido)</a:t>
            </a:r>
            <a:endParaRPr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-419"/>
              <a:t>Contraseña: </a:t>
            </a:r>
            <a:endParaRPr b="1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028" y="0"/>
            <a:ext cx="257655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5028" y="3002825"/>
            <a:ext cx="1600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025" y="3642050"/>
            <a:ext cx="1170725" cy="26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8"/>
          <p:cNvCxnSpPr/>
          <p:nvPr/>
        </p:nvCxnSpPr>
        <p:spPr>
          <a:xfrm flipH="1">
            <a:off x="1509300" y="3293075"/>
            <a:ext cx="430500" cy="3528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8"/>
          <p:cNvSpPr txBox="1"/>
          <p:nvPr/>
        </p:nvSpPr>
        <p:spPr>
          <a:xfrm>
            <a:off x="747425" y="3645875"/>
            <a:ext cx="10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Código: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1543450" y="3706550"/>
            <a:ext cx="160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Nombre de usuario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8"/>
          <p:cNvCxnSpPr>
            <a:endCxn id="106" idx="0"/>
          </p:cNvCxnSpPr>
          <p:nvPr/>
        </p:nvCxnSpPr>
        <p:spPr>
          <a:xfrm flipH="1">
            <a:off x="2343550" y="3293150"/>
            <a:ext cx="390900" cy="4134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01: 08 puntos</a:t>
            </a:r>
            <a:endParaRPr/>
          </a:p>
        </p:txBody>
      </p:sp>
      <p:sp>
        <p:nvSpPr>
          <p:cNvPr id="113" name="Google Shape;113;p19"/>
          <p:cNvSpPr txBox="1"/>
          <p:nvPr>
            <p:ph idx="4294967295" type="body"/>
          </p:nvPr>
        </p:nvSpPr>
        <p:spPr>
          <a:xfrm>
            <a:off x="240475" y="746400"/>
            <a:ext cx="5745300" cy="42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Tu tarea es crear un programa en Open Roberta que haga que el Robot dibuje 10 cuadrados (uno dentro del otro) que tengan 5 cm de separación entre ellos. Haga el programa lo más compacto posible.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La figura muestra cómo deberían lucir los cuadrados aproximadamente.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Debes utilizar los controles de acción, control, matemática, variables, función.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Utiliza el escenario de coordenadas predefinido.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-419"/>
              <a:t>Al finalizar guarda el archivo y aparecerá en la sesión de la profesora con tu nombre de usuario.</a:t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775" y="1629500"/>
            <a:ext cx="2972300" cy="27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02: 12 puntos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47725" y="842225"/>
            <a:ext cx="5976900" cy="42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RESUELVA EL RETO COMO MUESTRA EL VIDEO, SI SE SABE QUE: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8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Inicia con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octágono (8 lados)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y termina con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triángulo (3 lados)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8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Lado inicial = 50 cm (octágono)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8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Lado final = 25 cm (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triángulo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8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Para calcular los grados de cada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polígono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utilice la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fórmula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 sz="21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Grado = 360/(</a:t>
            </a:r>
            <a:r>
              <a:rPr b="1" lang="es-419" sz="21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Número</a:t>
            </a:r>
            <a:r>
              <a:rPr b="1" lang="es-419" sz="21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 de lados)</a:t>
            </a:r>
            <a:endParaRPr b="1" sz="21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8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Utiliza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funciones y variables.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4328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ct val="1000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 finalizar guarda el archivo y aparecerá en la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sesión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de la profesora con tu nombre de usuario.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p20" title="examen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8275" y="1288400"/>
            <a:ext cx="2800126" cy="21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