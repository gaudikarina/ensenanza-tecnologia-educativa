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a1c4c5ba5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a1c4c5ba5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a1c4c5ba5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a1c4c5ba5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a1c4c5ba58_0_1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a1c4c5ba5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Y4dS29a5Y3ZjmVs35m0oLX8nPIDxWcx9/view?usp=sharing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ZQRT0UtedZ3RIPS4LaCvYC7c56lUFYrS/view" TargetMode="External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0UiKmCUVU6Gm4Nsu6Lr45Civ2qjrJk9e/view?usp=sharing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Retos Open Roberta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Final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idx="4294967295" type="body"/>
          </p:nvPr>
        </p:nvSpPr>
        <p:spPr>
          <a:xfrm>
            <a:off x="191600" y="779150"/>
            <a:ext cx="4010400" cy="3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Tu tarea es crear un programa en Open Roberta que haga que el Robot recorra el laberinto.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Utiliza los sensores de color para detectar los cruces.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Descarga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aquí </a:t>
            </a:r>
            <a:r>
              <a:rPr lang="es-419"/>
              <a:t>la imagen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Utiliza lógica de programación como variables, funciones, condicionales, operadores lógicos, etc.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8850" y="1064650"/>
            <a:ext cx="4637200" cy="33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RETO 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1093300" y="14039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5" title="ejercicio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5425" y="699175"/>
            <a:ext cx="5840100" cy="43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RETO 02</a:t>
            </a:r>
            <a:endParaRPr/>
          </a:p>
        </p:txBody>
      </p:sp>
      <p:sp>
        <p:nvSpPr>
          <p:cNvPr id="88" name="Google Shape;88;p16"/>
          <p:cNvSpPr txBox="1"/>
          <p:nvPr>
            <p:ph idx="4294967295" type="body"/>
          </p:nvPr>
        </p:nvSpPr>
        <p:spPr>
          <a:xfrm>
            <a:off x="73325" y="941250"/>
            <a:ext cx="57582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600"/>
              <a:t>Dado el siguiente </a:t>
            </a:r>
            <a:r>
              <a:rPr lang="es-419" sz="1600" u="sng">
                <a:solidFill>
                  <a:schemeClr val="hlink"/>
                </a:solidFill>
                <a:hlinkClick r:id="rId3"/>
              </a:rPr>
              <a:t>escenario</a:t>
            </a:r>
            <a:r>
              <a:rPr lang="es-419" sz="1600"/>
              <a:t> programa el robot para que al detectar el color</a:t>
            </a:r>
            <a:r>
              <a:rPr lang="es-419" sz="1600">
                <a:solidFill>
                  <a:schemeClr val="accent3"/>
                </a:solidFill>
              </a:rPr>
              <a:t> rojo, </a:t>
            </a:r>
            <a:r>
              <a:rPr lang="es-419" sz="1600"/>
              <a:t>espere 1 segundo y luego siga avanzando, al detectar un objeto debe detenerse y esquivarlo utilizando sólo bloques de girar y avanzar, una vez esquivado el objeto debe colocarse en dirección de la lìnea amarilla, seguir avanzando hasta detectar el color</a:t>
            </a:r>
            <a:r>
              <a:rPr lang="es-419" sz="1600">
                <a:solidFill>
                  <a:srgbClr val="FFE599"/>
                </a:solidFill>
              </a:rPr>
              <a:t> </a:t>
            </a:r>
            <a:r>
              <a:rPr lang="es-419" sz="1600">
                <a:solidFill>
                  <a:srgbClr val="F1C232"/>
                </a:solidFill>
              </a:rPr>
              <a:t>amarillo, </a:t>
            </a:r>
            <a:r>
              <a:rPr lang="es-419" sz="1600"/>
              <a:t>esperar 1 segundo y luego sigue avanzando y antes de toparse con la pared debe girar en dirección de la lìnea azul,  seguir avanzando hasta detectar el color </a:t>
            </a:r>
            <a:r>
              <a:rPr lang="es-419" sz="1600">
                <a:solidFill>
                  <a:schemeClr val="dk1"/>
                </a:solidFill>
              </a:rPr>
              <a:t>azul, </a:t>
            </a:r>
            <a:r>
              <a:rPr lang="es-419" sz="1600"/>
              <a:t>esperar 1 segundo y parar cuando llegue a fin. DEBE UTILIZAR SENSORES.</a:t>
            </a:r>
            <a:endParaRPr sz="1200"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3350" y="1188800"/>
            <a:ext cx="3236750" cy="24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