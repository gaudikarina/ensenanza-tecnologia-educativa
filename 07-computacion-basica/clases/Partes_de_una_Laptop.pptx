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26a6e913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e26a6e913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e26a6e913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e26a6e91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26a6e913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e26a6e913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e26a6e913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e26a6e913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26a6e913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e26a6e913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26a6e913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26a6e913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Partes de una Laptop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Jornada de Ciencias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00" y="677875"/>
            <a:ext cx="8728026" cy="37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Señala en la imagen cual es la pantalla: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26" y="1152475"/>
            <a:ext cx="4205850" cy="37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Señala en la imagen cual es el teclado: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26" y="1152475"/>
            <a:ext cx="4205850" cy="37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Señala en la imagen cual es el mousepad: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26" y="1152475"/>
            <a:ext cx="4205850" cy="37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qué elemento corresponde la imagen: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625" y="1205225"/>
            <a:ext cx="4709099" cy="33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qué elemento corresponde la imagen: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425" y="1128250"/>
            <a:ext cx="6299724" cy="34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